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93939E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3939E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93939E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3939E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93939E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3939E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93939E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3939E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93939E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3939E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2924" y="1571623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6476999" y="9524"/>
                </a:moveTo>
                <a:lnTo>
                  <a:pt x="0" y="9524"/>
                </a:lnTo>
                <a:lnTo>
                  <a:pt x="0" y="0"/>
                </a:lnTo>
                <a:lnTo>
                  <a:pt x="6476999" y="0"/>
                </a:lnTo>
                <a:lnTo>
                  <a:pt x="6476999" y="9524"/>
                </a:lnTo>
                <a:close/>
              </a:path>
            </a:pathLst>
          </a:custGeom>
          <a:solidFill>
            <a:srgbClr val="D9D9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27248" y="10035291"/>
            <a:ext cx="1399539" cy="127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93939E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695926" y="9998075"/>
            <a:ext cx="337184" cy="173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93939E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56500" cy="10692765"/>
          </a:xfrm>
          <a:custGeom>
            <a:avLst/>
            <a:gdLst/>
            <a:ahLst/>
            <a:cxnLst/>
            <a:rect l="l" t="t" r="r" b="b"/>
            <a:pathLst>
              <a:path w="7556500" h="10692765">
                <a:moveTo>
                  <a:pt x="7555991" y="10692383"/>
                </a:moveTo>
                <a:lnTo>
                  <a:pt x="0" y="10692383"/>
                </a:lnTo>
                <a:lnTo>
                  <a:pt x="0" y="0"/>
                </a:lnTo>
                <a:lnTo>
                  <a:pt x="7555991" y="0"/>
                </a:lnTo>
                <a:lnTo>
                  <a:pt x="7555991" y="10692383"/>
                </a:lnTo>
                <a:close/>
              </a:path>
            </a:pathLst>
          </a:custGeom>
          <a:solidFill>
            <a:srgbClr val="17171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16217" y="0"/>
            <a:ext cx="5140325" cy="8404225"/>
            <a:chOff x="2416217" y="0"/>
            <a:chExt cx="5140325" cy="8404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1424" y="0"/>
              <a:ext cx="3774566" cy="53435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6217" y="2291249"/>
              <a:ext cx="5139774" cy="611293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5343524"/>
            <a:ext cx="7556500" cy="5349240"/>
            <a:chOff x="0" y="5343524"/>
            <a:chExt cx="7556500" cy="53492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8791574"/>
              <a:ext cx="7555991" cy="19008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343524"/>
              <a:ext cx="3019424" cy="5348859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8811" y="497069"/>
            <a:ext cx="295632" cy="2775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25499" y="507745"/>
            <a:ext cx="611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80">
                <a:solidFill>
                  <a:srgbClr val="FFFFFF"/>
                </a:solidFill>
                <a:latin typeface="Lucida Sans Unicode"/>
                <a:cs typeface="Lucida Sans Unicode"/>
              </a:rPr>
              <a:t>Dadumi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2674" y="495299"/>
            <a:ext cx="1019175" cy="266700"/>
            <a:chOff x="6162674" y="495299"/>
            <a:chExt cx="1019175" cy="266700"/>
          </a:xfrm>
        </p:grpSpPr>
        <p:sp>
          <p:nvSpPr>
            <p:cNvPr id="12" name="object 12"/>
            <p:cNvSpPr/>
            <p:nvPr/>
          </p:nvSpPr>
          <p:spPr>
            <a:xfrm>
              <a:off x="6162674" y="495300"/>
              <a:ext cx="1019175" cy="266700"/>
            </a:xfrm>
            <a:custGeom>
              <a:avLst/>
              <a:gdLst/>
              <a:ahLst/>
              <a:cxnLst/>
              <a:rect l="l" t="t" r="r" b="b"/>
              <a:pathLst>
                <a:path w="1019175" h="266700">
                  <a:moveTo>
                    <a:pt x="885824" y="266699"/>
                  </a:moveTo>
                  <a:lnTo>
                    <a:pt x="133349" y="266699"/>
                  </a:lnTo>
                  <a:lnTo>
                    <a:pt x="120213" y="266065"/>
                  </a:lnTo>
                  <a:lnTo>
                    <a:pt x="82318" y="256549"/>
                  </a:lnTo>
                  <a:lnTo>
                    <a:pt x="48794" y="236482"/>
                  </a:lnTo>
                  <a:lnTo>
                    <a:pt x="22452" y="207449"/>
                  </a:lnTo>
                  <a:lnTo>
                    <a:pt x="5709" y="172001"/>
                  </a:lnTo>
                  <a:lnTo>
                    <a:pt x="0" y="133349"/>
                  </a:lnTo>
                  <a:lnTo>
                    <a:pt x="634" y="120213"/>
                  </a:lnTo>
                  <a:lnTo>
                    <a:pt x="10150" y="82319"/>
                  </a:lnTo>
                  <a:lnTo>
                    <a:pt x="30216" y="48794"/>
                  </a:lnTo>
                  <a:lnTo>
                    <a:pt x="59250" y="22452"/>
                  </a:lnTo>
                  <a:lnTo>
                    <a:pt x="94697" y="5709"/>
                  </a:lnTo>
                  <a:lnTo>
                    <a:pt x="133349" y="0"/>
                  </a:lnTo>
                  <a:lnTo>
                    <a:pt x="885824" y="0"/>
                  </a:lnTo>
                  <a:lnTo>
                    <a:pt x="924475" y="5709"/>
                  </a:lnTo>
                  <a:lnTo>
                    <a:pt x="959923" y="22452"/>
                  </a:lnTo>
                  <a:lnTo>
                    <a:pt x="988957" y="48794"/>
                  </a:lnTo>
                  <a:lnTo>
                    <a:pt x="1009023" y="82319"/>
                  </a:lnTo>
                  <a:lnTo>
                    <a:pt x="1018540" y="120213"/>
                  </a:lnTo>
                  <a:lnTo>
                    <a:pt x="1019174" y="133349"/>
                  </a:lnTo>
                  <a:lnTo>
                    <a:pt x="1018540" y="146486"/>
                  </a:lnTo>
                  <a:lnTo>
                    <a:pt x="1009023" y="184380"/>
                  </a:lnTo>
                  <a:lnTo>
                    <a:pt x="988957" y="217905"/>
                  </a:lnTo>
                  <a:lnTo>
                    <a:pt x="959923" y="244247"/>
                  </a:lnTo>
                  <a:lnTo>
                    <a:pt x="924475" y="260990"/>
                  </a:lnTo>
                  <a:lnTo>
                    <a:pt x="885824" y="26669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62674" y="495299"/>
              <a:ext cx="1019175" cy="266700"/>
            </a:xfrm>
            <a:custGeom>
              <a:avLst/>
              <a:gdLst/>
              <a:ahLst/>
              <a:cxnLst/>
              <a:rect l="l" t="t" r="r" b="b"/>
              <a:pathLst>
                <a:path w="1019175" h="266700">
                  <a:moveTo>
                    <a:pt x="885824" y="266699"/>
                  </a:moveTo>
                  <a:lnTo>
                    <a:pt x="133349" y="266699"/>
                  </a:lnTo>
                  <a:lnTo>
                    <a:pt x="120213" y="266065"/>
                  </a:lnTo>
                  <a:lnTo>
                    <a:pt x="82318" y="256549"/>
                  </a:lnTo>
                  <a:lnTo>
                    <a:pt x="48794" y="236482"/>
                  </a:lnTo>
                  <a:lnTo>
                    <a:pt x="22452" y="207449"/>
                  </a:lnTo>
                  <a:lnTo>
                    <a:pt x="5709" y="172001"/>
                  </a:lnTo>
                  <a:lnTo>
                    <a:pt x="0" y="133349"/>
                  </a:lnTo>
                  <a:lnTo>
                    <a:pt x="634" y="120213"/>
                  </a:lnTo>
                  <a:lnTo>
                    <a:pt x="10150" y="82319"/>
                  </a:lnTo>
                  <a:lnTo>
                    <a:pt x="30216" y="48794"/>
                  </a:lnTo>
                  <a:lnTo>
                    <a:pt x="59250" y="22452"/>
                  </a:lnTo>
                  <a:lnTo>
                    <a:pt x="94697" y="5709"/>
                  </a:lnTo>
                  <a:lnTo>
                    <a:pt x="133349" y="0"/>
                  </a:lnTo>
                  <a:lnTo>
                    <a:pt x="885824" y="0"/>
                  </a:lnTo>
                  <a:lnTo>
                    <a:pt x="898960" y="634"/>
                  </a:lnTo>
                  <a:lnTo>
                    <a:pt x="911844" y="2537"/>
                  </a:lnTo>
                  <a:lnTo>
                    <a:pt x="924475" y="5709"/>
                  </a:lnTo>
                  <a:lnTo>
                    <a:pt x="935111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141480"/>
                  </a:lnTo>
                  <a:lnTo>
                    <a:pt x="22061" y="188247"/>
                  </a:lnTo>
                  <a:lnTo>
                    <a:pt x="51541" y="226656"/>
                  </a:lnTo>
                  <a:lnTo>
                    <a:pt x="93475" y="250860"/>
                  </a:lnTo>
                  <a:lnTo>
                    <a:pt x="125219" y="257174"/>
                  </a:lnTo>
                  <a:lnTo>
                    <a:pt x="935110" y="257174"/>
                  </a:lnTo>
                  <a:lnTo>
                    <a:pt x="924475" y="260990"/>
                  </a:lnTo>
                  <a:lnTo>
                    <a:pt x="911844" y="264162"/>
                  </a:lnTo>
                  <a:lnTo>
                    <a:pt x="898960" y="266065"/>
                  </a:lnTo>
                  <a:lnTo>
                    <a:pt x="885824" y="266699"/>
                  </a:lnTo>
                  <a:close/>
                </a:path>
                <a:path w="1019175" h="266700">
                  <a:moveTo>
                    <a:pt x="935110" y="257174"/>
                  </a:moveTo>
                  <a:lnTo>
                    <a:pt x="893955" y="257174"/>
                  </a:lnTo>
                  <a:lnTo>
                    <a:pt x="902007" y="256381"/>
                  </a:lnTo>
                  <a:lnTo>
                    <a:pt x="917956" y="253209"/>
                  </a:lnTo>
                  <a:lnTo>
                    <a:pt x="961378" y="231789"/>
                  </a:lnTo>
                  <a:lnTo>
                    <a:pt x="993298" y="195383"/>
                  </a:lnTo>
                  <a:lnTo>
                    <a:pt x="1008856" y="149532"/>
                  </a:lnTo>
                  <a:lnTo>
                    <a:pt x="1009649" y="141480"/>
                  </a:lnTo>
                  <a:lnTo>
                    <a:pt x="1009649" y="125219"/>
                  </a:lnTo>
                  <a:lnTo>
                    <a:pt x="997112" y="78452"/>
                  </a:lnTo>
                  <a:lnTo>
                    <a:pt x="967633" y="40043"/>
                  </a:lnTo>
                  <a:lnTo>
                    <a:pt x="925450" y="15763"/>
                  </a:lnTo>
                  <a:lnTo>
                    <a:pt x="893955" y="9524"/>
                  </a:lnTo>
                  <a:lnTo>
                    <a:pt x="935111" y="9524"/>
                  </a:lnTo>
                  <a:lnTo>
                    <a:pt x="970379" y="30217"/>
                  </a:lnTo>
                  <a:lnTo>
                    <a:pt x="996721" y="59250"/>
                  </a:lnTo>
                  <a:lnTo>
                    <a:pt x="1013464" y="94698"/>
                  </a:lnTo>
                  <a:lnTo>
                    <a:pt x="1019174" y="133349"/>
                  </a:lnTo>
                  <a:lnTo>
                    <a:pt x="1018540" y="146486"/>
                  </a:lnTo>
                  <a:lnTo>
                    <a:pt x="1009023" y="184380"/>
                  </a:lnTo>
                  <a:lnTo>
                    <a:pt x="988957" y="217905"/>
                  </a:lnTo>
                  <a:lnTo>
                    <a:pt x="959923" y="244247"/>
                  </a:lnTo>
                  <a:lnTo>
                    <a:pt x="936855" y="256549"/>
                  </a:lnTo>
                  <a:lnTo>
                    <a:pt x="935110" y="2571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05548" y="60007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49"/>
                  </a:moveTo>
                  <a:lnTo>
                    <a:pt x="24785" y="57149"/>
                  </a:lnTo>
                  <a:lnTo>
                    <a:pt x="21140" y="56424"/>
                  </a:lnTo>
                  <a:lnTo>
                    <a:pt x="0" y="3236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50" y="28574"/>
                  </a:lnTo>
                  <a:lnTo>
                    <a:pt x="57149" y="32364"/>
                  </a:lnTo>
                  <a:lnTo>
                    <a:pt x="32364" y="57149"/>
                  </a:lnTo>
                  <a:close/>
                </a:path>
              </a:pathLst>
            </a:custGeom>
            <a:solidFill>
              <a:srgbClr val="FF77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409531" y="532903"/>
            <a:ext cx="63690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EFEFE"/>
                </a:solidFill>
                <a:latin typeface="Microsoft Sans Serif"/>
                <a:cs typeface="Microsoft Sans Serif"/>
              </a:rPr>
              <a:t>dadumi</a:t>
            </a:r>
            <a:r>
              <a:rPr dirty="0" sz="950" spc="-10">
                <a:solidFill>
                  <a:srgbClr val="FEFEFE"/>
                </a:solidFill>
                <a:latin typeface="Microsoft Sans Serif"/>
                <a:cs typeface="Microsoft Sans Serif"/>
              </a:rPr>
              <a:t>.</a:t>
            </a:r>
            <a:r>
              <a:rPr dirty="0" sz="900" spc="-10">
                <a:solidFill>
                  <a:srgbClr val="FEFEFE"/>
                </a:solidFill>
                <a:latin typeface="Microsoft Sans Serif"/>
                <a:cs typeface="Microsoft Sans Serif"/>
              </a:rPr>
              <a:t>site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299" y="2740025"/>
            <a:ext cx="16452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A</a:t>
            </a:r>
            <a:r>
              <a:rPr dirty="0" sz="800" spc="-32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I</a:t>
            </a:r>
            <a:r>
              <a:rPr dirty="0" sz="800" spc="37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W</a:t>
            </a:r>
            <a:r>
              <a:rPr dirty="0" sz="800" spc="-32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R</a:t>
            </a:r>
            <a:r>
              <a:rPr dirty="0" sz="800" spc="-320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I</a:t>
            </a:r>
            <a:r>
              <a:rPr dirty="0" sz="800" spc="-32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T</a:t>
            </a:r>
            <a:r>
              <a:rPr dirty="0" sz="800" spc="-320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I</a:t>
            </a:r>
            <a:r>
              <a:rPr dirty="0" sz="800" spc="-32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N</a:t>
            </a:r>
            <a:r>
              <a:rPr dirty="0" sz="800" spc="-320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G</a:t>
            </a:r>
            <a:r>
              <a:rPr dirty="0" sz="800" spc="370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A</a:t>
            </a:r>
            <a:r>
              <a:rPr dirty="0" sz="800" spc="-320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S</a:t>
            </a:r>
            <a:r>
              <a:rPr dirty="0" sz="800" spc="-32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S</a:t>
            </a:r>
            <a:r>
              <a:rPr dirty="0" sz="800" spc="-320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I</a:t>
            </a:r>
            <a:r>
              <a:rPr dirty="0" sz="800" spc="-32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S</a:t>
            </a:r>
            <a:r>
              <a:rPr dirty="0" sz="800" spc="-320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T</a:t>
            </a:r>
            <a:r>
              <a:rPr dirty="0" sz="800" spc="-32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A</a:t>
            </a:r>
            <a:r>
              <a:rPr dirty="0" sz="800" spc="-320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7758"/>
                </a:solidFill>
                <a:latin typeface="Courier New"/>
                <a:cs typeface="Courier New"/>
              </a:rPr>
              <a:t>N</a:t>
            </a:r>
            <a:r>
              <a:rPr dirty="0" sz="800" spc="-32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FF7758"/>
                </a:solidFill>
                <a:latin typeface="Courier New"/>
                <a:cs typeface="Courier New"/>
              </a:rPr>
              <a:t>T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999" y="2971799"/>
            <a:ext cx="3009899" cy="11620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68299" y="3766972"/>
            <a:ext cx="3326765" cy="2049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7940"/>
              </a:lnSpc>
              <a:spcBef>
                <a:spcPts val="135"/>
              </a:spcBef>
            </a:pPr>
            <a:r>
              <a:rPr dirty="0" sz="7350" spc="-120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7350" spc="-455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dirty="0" sz="7550" spc="-600">
                <a:solidFill>
                  <a:srgbClr val="FFFFFF"/>
                </a:solidFill>
                <a:latin typeface="Malgun Gothic"/>
                <a:cs typeface="Malgun Gothic"/>
              </a:rPr>
              <a:t>와</a:t>
            </a:r>
            <a:r>
              <a:rPr dirty="0" sz="7550" spc="-192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7550" spc="-1970">
                <a:solidFill>
                  <a:srgbClr val="FFFFFF"/>
                </a:solidFill>
                <a:latin typeface="Malgun Gothic"/>
                <a:cs typeface="Malgun Gothic"/>
              </a:rPr>
              <a:t>함</a:t>
            </a:r>
            <a:r>
              <a:rPr dirty="0" sz="7550" spc="-1145">
                <a:solidFill>
                  <a:srgbClr val="FFFFFF"/>
                </a:solidFill>
                <a:latin typeface="Malgun Gothic"/>
                <a:cs typeface="Malgun Gothic"/>
              </a:rPr>
              <a:t>께</a:t>
            </a:r>
            <a:endParaRPr sz="7550">
              <a:latin typeface="Malgun Gothic"/>
              <a:cs typeface="Malgun Gothic"/>
            </a:endParaRPr>
          </a:p>
          <a:p>
            <a:pPr marL="12700">
              <a:lnSpc>
                <a:spcPts val="7940"/>
              </a:lnSpc>
            </a:pPr>
            <a:r>
              <a:rPr dirty="0" sz="7450" spc="-1650">
                <a:solidFill>
                  <a:srgbClr val="FFFFFF"/>
                </a:solidFill>
                <a:latin typeface="Malgun Gothic"/>
                <a:cs typeface="Malgun Gothic"/>
              </a:rPr>
              <a:t>글</a:t>
            </a:r>
            <a:r>
              <a:rPr dirty="0" sz="7500" spc="-965">
                <a:solidFill>
                  <a:srgbClr val="FFFFFF"/>
                </a:solidFill>
                <a:latin typeface="Malgun Gothic"/>
                <a:cs typeface="Malgun Gothic"/>
              </a:rPr>
              <a:t>을</a:t>
            </a:r>
            <a:r>
              <a:rPr dirty="0" sz="7500" spc="-169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7550" spc="-1660">
                <a:solidFill>
                  <a:srgbClr val="FFFFFF"/>
                </a:solidFill>
                <a:latin typeface="Malgun Gothic"/>
                <a:cs typeface="Malgun Gothic"/>
              </a:rPr>
              <a:t>쓰</a:t>
            </a:r>
            <a:r>
              <a:rPr dirty="0" sz="7550" spc="-960">
                <a:solidFill>
                  <a:srgbClr val="FFFFFF"/>
                </a:solidFill>
                <a:latin typeface="Malgun Gothic"/>
                <a:cs typeface="Malgun Gothic"/>
              </a:rPr>
              <a:t>다</a:t>
            </a:r>
            <a:endParaRPr sz="755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299" y="5988882"/>
            <a:ext cx="3046730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95"/>
              </a:spcBef>
            </a:pPr>
            <a:r>
              <a:rPr dirty="0" sz="1700" spc="-160">
                <a:solidFill>
                  <a:srgbClr val="FEFEFE"/>
                </a:solidFill>
                <a:latin typeface="Malgun Gothic"/>
                <a:cs typeface="Malgun Gothic"/>
              </a:rPr>
              <a:t>복사</a:t>
            </a:r>
            <a:r>
              <a:rPr dirty="0" sz="1900" spc="-160">
                <a:solidFill>
                  <a:srgbClr val="FEFEFE"/>
                </a:solidFill>
                <a:latin typeface="Microsoft Sans Serif"/>
                <a:cs typeface="Microsoft Sans Serif"/>
              </a:rPr>
              <a:t>-</a:t>
            </a:r>
            <a:r>
              <a:rPr dirty="0" sz="1700" spc="-305">
                <a:solidFill>
                  <a:srgbClr val="FEFEFE"/>
                </a:solidFill>
                <a:latin typeface="Malgun Gothic"/>
                <a:cs typeface="Malgun Gothic"/>
              </a:rPr>
              <a:t>붙여넣기</a:t>
            </a:r>
            <a:r>
              <a:rPr dirty="0" sz="1700" spc="-5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700" spc="-245">
                <a:solidFill>
                  <a:srgbClr val="FEFEFE"/>
                </a:solidFill>
                <a:latin typeface="Malgun Gothic"/>
                <a:cs typeface="Malgun Gothic"/>
              </a:rPr>
              <a:t>없이</a:t>
            </a:r>
            <a:r>
              <a:rPr dirty="0" sz="1900" spc="-245">
                <a:solidFill>
                  <a:srgbClr val="FEFEFE"/>
                </a:solidFill>
                <a:latin typeface="Microsoft Sans Serif"/>
                <a:cs typeface="Microsoft Sans Serif"/>
              </a:rPr>
              <a:t>,</a:t>
            </a:r>
            <a:r>
              <a:rPr dirty="0" sz="1900" spc="9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305">
                <a:solidFill>
                  <a:srgbClr val="FEFEFE"/>
                </a:solidFill>
                <a:latin typeface="Malgun Gothic"/>
                <a:cs typeface="Malgun Gothic"/>
              </a:rPr>
              <a:t>단축키</a:t>
            </a:r>
            <a:r>
              <a:rPr dirty="0" sz="1700" spc="-6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700" spc="-290">
                <a:solidFill>
                  <a:srgbClr val="FEFEFE"/>
                </a:solidFill>
                <a:latin typeface="Malgun Gothic"/>
                <a:cs typeface="Malgun Gothic"/>
              </a:rPr>
              <a:t>하나로 </a:t>
            </a:r>
            <a:r>
              <a:rPr dirty="0" sz="1700" spc="-260">
                <a:solidFill>
                  <a:srgbClr val="FEFEFE"/>
                </a:solidFill>
                <a:latin typeface="Malgun Gothic"/>
                <a:cs typeface="Malgun Gothic"/>
              </a:rPr>
              <a:t>모든</a:t>
            </a:r>
            <a:r>
              <a:rPr dirty="0" sz="1700" spc="-204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700" spc="-305">
                <a:solidFill>
                  <a:srgbClr val="FEFEFE"/>
                </a:solidFill>
                <a:latin typeface="Malgun Gothic"/>
                <a:cs typeface="Malgun Gothic"/>
              </a:rPr>
              <a:t>앱에서</a:t>
            </a:r>
            <a:r>
              <a:rPr dirty="0" sz="1700" spc="-7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700">
                <a:solidFill>
                  <a:srgbClr val="FEFEFE"/>
                </a:solidFill>
                <a:latin typeface="Microsoft Sans Serif"/>
                <a:cs typeface="Microsoft Sans Serif"/>
              </a:rPr>
              <a:t>AI</a:t>
            </a:r>
            <a:r>
              <a:rPr dirty="0" sz="1700" spc="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75">
                <a:solidFill>
                  <a:srgbClr val="FEFEFE"/>
                </a:solidFill>
                <a:latin typeface="Malgun Gothic"/>
                <a:cs typeface="Malgun Gothic"/>
              </a:rPr>
              <a:t>글쓰기를</a:t>
            </a:r>
            <a:r>
              <a:rPr dirty="0" sz="1700" spc="-204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700" spc="-275">
                <a:solidFill>
                  <a:srgbClr val="FEFEFE"/>
                </a:solidFill>
                <a:latin typeface="Malgun Gothic"/>
                <a:cs typeface="Malgun Gothic"/>
              </a:rPr>
              <a:t>경험하세요</a:t>
            </a:r>
            <a:r>
              <a:rPr dirty="0" sz="1900" spc="-275">
                <a:solidFill>
                  <a:srgbClr val="FEFEFE"/>
                </a:solidFill>
                <a:latin typeface="Microsoft Sans Serif"/>
                <a:cs typeface="Microsoft Sans Serif"/>
              </a:rPr>
              <a:t>.</a:t>
            </a:r>
            <a:endParaRPr sz="19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999" y="7124699"/>
            <a:ext cx="190499" cy="1904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999" y="7448549"/>
            <a:ext cx="190499" cy="1904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999" y="7772399"/>
            <a:ext cx="190499" cy="1904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01637" y="7113385"/>
            <a:ext cx="2506345" cy="84391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3845" algn="l"/>
              </a:tabLst>
            </a:pPr>
            <a:r>
              <a:rPr dirty="0" sz="950" spc="370">
                <a:solidFill>
                  <a:srgbClr val="FEFEFE"/>
                </a:solidFill>
                <a:latin typeface="Segoe UI Symbol"/>
                <a:cs typeface="Segoe UI Symbol"/>
              </a:rPr>
              <a:t>⚡</a:t>
            </a:r>
            <a:r>
              <a:rPr dirty="0" sz="950">
                <a:solidFill>
                  <a:srgbClr val="FEFEFE"/>
                </a:solidFill>
                <a:latin typeface="Segoe UI Symbol"/>
                <a:cs typeface="Segoe UI Symbol"/>
              </a:rPr>
              <a:t>	</a:t>
            </a:r>
            <a:r>
              <a:rPr dirty="0" sz="1100" spc="-229">
                <a:solidFill>
                  <a:srgbClr val="FEFEFE"/>
                </a:solidFill>
                <a:latin typeface="Malgun Gothic"/>
                <a:cs typeface="Malgun Gothic"/>
              </a:rPr>
              <a:t>전역</a:t>
            </a:r>
            <a:r>
              <a:rPr dirty="0" sz="1100" spc="-3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FEFEFE"/>
                </a:solidFill>
                <a:latin typeface="Malgun Gothic"/>
                <a:cs typeface="Malgun Gothic"/>
              </a:rPr>
              <a:t>단축키로</a:t>
            </a:r>
            <a:r>
              <a:rPr dirty="0" sz="1100" spc="-12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-215">
                <a:solidFill>
                  <a:srgbClr val="FEFEFE"/>
                </a:solidFill>
                <a:latin typeface="Malgun Gothic"/>
                <a:cs typeface="Malgun Gothic"/>
              </a:rPr>
              <a:t>즉시</a:t>
            </a:r>
            <a:r>
              <a:rPr dirty="0" sz="1100" spc="-4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-185">
                <a:solidFill>
                  <a:srgbClr val="FEFEFE"/>
                </a:solidFill>
                <a:latin typeface="Malgun Gothic"/>
                <a:cs typeface="Malgun Gothic"/>
              </a:rPr>
              <a:t>호출</a:t>
            </a:r>
            <a:r>
              <a:rPr dirty="0" sz="1100" spc="-12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520">
                <a:solidFill>
                  <a:srgbClr val="FEFEFE"/>
                </a:solidFill>
                <a:latin typeface="Microsoft Sans Serif"/>
                <a:cs typeface="Microsoft Sans Serif"/>
              </a:rPr>
              <a:t>—</a:t>
            </a:r>
            <a:r>
              <a:rPr dirty="0" sz="1100" spc="-9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15">
                <a:solidFill>
                  <a:srgbClr val="FEFEFE"/>
                </a:solidFill>
                <a:latin typeface="Malgun Gothic"/>
                <a:cs typeface="Malgun Gothic"/>
              </a:rPr>
              <a:t>어떤</a:t>
            </a:r>
            <a:r>
              <a:rPr dirty="0" sz="1100" spc="-6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-155">
                <a:solidFill>
                  <a:srgbClr val="FEFEFE"/>
                </a:solidFill>
                <a:latin typeface="Malgun Gothic"/>
                <a:cs typeface="Malgun Gothic"/>
              </a:rPr>
              <a:t>앱에서든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83845" algn="l"/>
              </a:tabLst>
            </a:pPr>
            <a:r>
              <a:rPr dirty="0" sz="950" spc="-50">
                <a:solidFill>
                  <a:srgbClr val="FEFEFE"/>
                </a:solidFill>
                <a:latin typeface="Segoe UI Symbol"/>
                <a:cs typeface="Segoe UI Symbol"/>
              </a:rPr>
              <a:t>✨</a:t>
            </a:r>
            <a:r>
              <a:rPr dirty="0" sz="950">
                <a:solidFill>
                  <a:srgbClr val="FEFEFE"/>
                </a:solidFill>
                <a:latin typeface="Segoe UI Symbol"/>
                <a:cs typeface="Segoe UI Symbol"/>
              </a:rPr>
              <a:t>	</a:t>
            </a:r>
            <a:r>
              <a:rPr dirty="0" sz="1100" spc="-195">
                <a:solidFill>
                  <a:srgbClr val="FEFEFE"/>
                </a:solidFill>
                <a:latin typeface="Malgun Gothic"/>
                <a:cs typeface="Malgun Gothic"/>
              </a:rPr>
              <a:t>마우스</a:t>
            </a:r>
            <a:r>
              <a:rPr dirty="0" sz="1100" spc="-12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-190">
                <a:solidFill>
                  <a:srgbClr val="FEFEFE"/>
                </a:solidFill>
                <a:latin typeface="Malgun Gothic"/>
                <a:cs typeface="Malgun Gothic"/>
              </a:rPr>
              <a:t>없이도</a:t>
            </a:r>
            <a:r>
              <a:rPr dirty="0" sz="1100" spc="-114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-25">
                <a:solidFill>
                  <a:srgbClr val="FEFEFE"/>
                </a:solidFill>
                <a:latin typeface="Malgun Gothic"/>
                <a:cs typeface="Malgun Gothic"/>
              </a:rPr>
              <a:t>가능</a:t>
            </a:r>
            <a:r>
              <a:rPr dirty="0" sz="1100" spc="-25">
                <a:solidFill>
                  <a:srgbClr val="FEFEFE"/>
                </a:solidFill>
                <a:latin typeface="Microsoft Sans Serif"/>
                <a:cs typeface="Microsoft Sans Serif"/>
              </a:rPr>
              <a:t>!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283845" algn="l"/>
              </a:tabLst>
            </a:pPr>
            <a:r>
              <a:rPr dirty="0" sz="950" spc="-50">
                <a:solidFill>
                  <a:srgbClr val="FEFEFE"/>
                </a:solidFill>
                <a:latin typeface="Segoe UI Symbol"/>
                <a:cs typeface="Segoe UI Symbol"/>
              </a:rPr>
              <a:t>🔌</a:t>
            </a:r>
            <a:r>
              <a:rPr dirty="0" sz="950">
                <a:solidFill>
                  <a:srgbClr val="FEFEFE"/>
                </a:solidFill>
                <a:latin typeface="Segoe UI Symbol"/>
                <a:cs typeface="Segoe UI Symbol"/>
              </a:rPr>
              <a:t>	</a:t>
            </a:r>
            <a:r>
              <a:rPr dirty="0" sz="1100" spc="-95">
                <a:solidFill>
                  <a:srgbClr val="FEFEFE"/>
                </a:solidFill>
                <a:latin typeface="Microsoft Sans Serif"/>
                <a:cs typeface="Microsoft Sans Serif"/>
              </a:rPr>
              <a:t>6</a:t>
            </a:r>
            <a:r>
              <a:rPr dirty="0" sz="1100" spc="-95">
                <a:solidFill>
                  <a:srgbClr val="FEFEFE"/>
                </a:solidFill>
                <a:latin typeface="Malgun Gothic"/>
                <a:cs typeface="Malgun Gothic"/>
              </a:rPr>
              <a:t>개</a:t>
            </a:r>
            <a:r>
              <a:rPr dirty="0" sz="1100" spc="-7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-210">
                <a:solidFill>
                  <a:srgbClr val="FEFEFE"/>
                </a:solidFill>
                <a:latin typeface="Malgun Gothic"/>
                <a:cs typeface="Malgun Gothic"/>
              </a:rPr>
              <a:t>이상의</a:t>
            </a:r>
            <a:r>
              <a:rPr dirty="0" sz="1100" spc="-5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>
                <a:solidFill>
                  <a:srgbClr val="FEFEFE"/>
                </a:solidFill>
                <a:latin typeface="Microsoft Sans Serif"/>
                <a:cs typeface="Microsoft Sans Serif"/>
              </a:rPr>
              <a:t>AI</a:t>
            </a:r>
            <a:r>
              <a:rPr dirty="0" sz="1100" spc="2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20">
                <a:solidFill>
                  <a:srgbClr val="FEFEFE"/>
                </a:solidFill>
                <a:latin typeface="Malgun Gothic"/>
                <a:cs typeface="Malgun Gothic"/>
              </a:rPr>
              <a:t>서플라이어</a:t>
            </a:r>
            <a:r>
              <a:rPr dirty="0" sz="1100" spc="-5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1100" spc="-25">
                <a:solidFill>
                  <a:srgbClr val="FEFEFE"/>
                </a:solidFill>
                <a:latin typeface="Malgun Gothic"/>
                <a:cs typeface="Malgun Gothic"/>
              </a:rPr>
              <a:t>지원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0999" y="9925049"/>
            <a:ext cx="714375" cy="314325"/>
            <a:chOff x="380999" y="9925049"/>
            <a:chExt cx="714375" cy="314325"/>
          </a:xfrm>
        </p:grpSpPr>
        <p:sp>
          <p:nvSpPr>
            <p:cNvPr id="25" name="object 25"/>
            <p:cNvSpPr/>
            <p:nvPr/>
          </p:nvSpPr>
          <p:spPr>
            <a:xfrm>
              <a:off x="380999" y="9925049"/>
              <a:ext cx="714375" cy="314325"/>
            </a:xfrm>
            <a:custGeom>
              <a:avLst/>
              <a:gdLst/>
              <a:ahLst/>
              <a:cxnLst/>
              <a:rect l="l" t="t" r="r" b="b"/>
              <a:pathLst>
                <a:path w="714375" h="314325">
                  <a:moveTo>
                    <a:pt x="638174" y="314324"/>
                  </a:moveTo>
                  <a:lnTo>
                    <a:pt x="76199" y="314324"/>
                  </a:lnTo>
                  <a:lnTo>
                    <a:pt x="68693" y="313961"/>
                  </a:lnTo>
                  <a:lnTo>
                    <a:pt x="27882" y="297056"/>
                  </a:lnTo>
                  <a:lnTo>
                    <a:pt x="3262" y="260211"/>
                  </a:lnTo>
                  <a:lnTo>
                    <a:pt x="0" y="238124"/>
                  </a:lnTo>
                  <a:lnTo>
                    <a:pt x="0" y="76199"/>
                  </a:lnTo>
                  <a:lnTo>
                    <a:pt x="12830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638174" y="0"/>
                  </a:lnTo>
                  <a:lnTo>
                    <a:pt x="680517" y="12829"/>
                  </a:lnTo>
                  <a:lnTo>
                    <a:pt x="708574" y="47038"/>
                  </a:lnTo>
                  <a:lnTo>
                    <a:pt x="714374" y="76199"/>
                  </a:lnTo>
                  <a:lnTo>
                    <a:pt x="714374" y="238124"/>
                  </a:lnTo>
                  <a:lnTo>
                    <a:pt x="701544" y="280465"/>
                  </a:lnTo>
                  <a:lnTo>
                    <a:pt x="667335" y="308522"/>
                  </a:lnTo>
                  <a:lnTo>
                    <a:pt x="638174" y="31432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80999" y="9925049"/>
              <a:ext cx="714375" cy="314325"/>
            </a:xfrm>
            <a:custGeom>
              <a:avLst/>
              <a:gdLst/>
              <a:ahLst/>
              <a:cxnLst/>
              <a:rect l="l" t="t" r="r" b="b"/>
              <a:pathLst>
                <a:path w="714375" h="314325">
                  <a:moveTo>
                    <a:pt x="638174" y="314324"/>
                  </a:moveTo>
                  <a:lnTo>
                    <a:pt x="76199" y="314324"/>
                  </a:lnTo>
                  <a:lnTo>
                    <a:pt x="68693" y="313961"/>
                  </a:lnTo>
                  <a:lnTo>
                    <a:pt x="27882" y="297056"/>
                  </a:lnTo>
                  <a:lnTo>
                    <a:pt x="3262" y="260211"/>
                  </a:lnTo>
                  <a:lnTo>
                    <a:pt x="0" y="238124"/>
                  </a:lnTo>
                  <a:lnTo>
                    <a:pt x="0" y="76199"/>
                  </a:lnTo>
                  <a:lnTo>
                    <a:pt x="12830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638174" y="0"/>
                  </a:lnTo>
                  <a:lnTo>
                    <a:pt x="674996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242502"/>
                  </a:lnTo>
                  <a:lnTo>
                    <a:pt x="23193" y="278807"/>
                  </a:lnTo>
                  <a:lnTo>
                    <a:pt x="54729" y="301399"/>
                  </a:lnTo>
                  <a:lnTo>
                    <a:pt x="71822" y="304799"/>
                  </a:lnTo>
                  <a:lnTo>
                    <a:pt x="674992" y="304799"/>
                  </a:lnTo>
                  <a:lnTo>
                    <a:pt x="674131" y="305315"/>
                  </a:lnTo>
                  <a:lnTo>
                    <a:pt x="667335" y="308522"/>
                  </a:lnTo>
                  <a:lnTo>
                    <a:pt x="660261" y="311060"/>
                  </a:lnTo>
                  <a:lnTo>
                    <a:pt x="653043" y="312873"/>
                  </a:lnTo>
                  <a:lnTo>
                    <a:pt x="645681" y="313961"/>
                  </a:lnTo>
                  <a:lnTo>
                    <a:pt x="638174" y="314324"/>
                  </a:lnTo>
                  <a:close/>
                </a:path>
                <a:path w="714375" h="314325">
                  <a:moveTo>
                    <a:pt x="674992" y="304799"/>
                  </a:moveTo>
                  <a:lnTo>
                    <a:pt x="642552" y="304799"/>
                  </a:lnTo>
                  <a:lnTo>
                    <a:pt x="646888" y="304372"/>
                  </a:lnTo>
                  <a:lnTo>
                    <a:pt x="655476" y="302664"/>
                  </a:lnTo>
                  <a:lnTo>
                    <a:pt x="688416" y="282175"/>
                  </a:lnTo>
                  <a:lnTo>
                    <a:pt x="704422" y="246838"/>
                  </a:lnTo>
                  <a:lnTo>
                    <a:pt x="704849" y="242502"/>
                  </a:lnTo>
                  <a:lnTo>
                    <a:pt x="704849" y="71821"/>
                  </a:lnTo>
                  <a:lnTo>
                    <a:pt x="691180" y="35517"/>
                  </a:lnTo>
                  <a:lnTo>
                    <a:pt x="659330" y="12829"/>
                  </a:lnTo>
                  <a:lnTo>
                    <a:pt x="642552" y="9524"/>
                  </a:lnTo>
                  <a:lnTo>
                    <a:pt x="674996" y="9524"/>
                  </a:lnTo>
                  <a:lnTo>
                    <a:pt x="705367" y="40242"/>
                  </a:lnTo>
                  <a:lnTo>
                    <a:pt x="714374" y="238124"/>
                  </a:lnTo>
                  <a:lnTo>
                    <a:pt x="714012" y="245631"/>
                  </a:lnTo>
                  <a:lnTo>
                    <a:pt x="697107" y="286440"/>
                  </a:lnTo>
                  <a:lnTo>
                    <a:pt x="680642" y="301399"/>
                  </a:lnTo>
                  <a:lnTo>
                    <a:pt x="674992" y="3047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30225" y="9988643"/>
            <a:ext cx="419734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EFEFE"/>
                </a:solidFill>
                <a:latin typeface="Microsoft Sans Serif"/>
                <a:cs typeface="Microsoft Sans Serif"/>
              </a:rPr>
              <a:t>macOS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71574" y="9925049"/>
            <a:ext cx="838200" cy="314325"/>
            <a:chOff x="1171574" y="9925049"/>
            <a:chExt cx="838200" cy="314325"/>
          </a:xfrm>
        </p:grpSpPr>
        <p:sp>
          <p:nvSpPr>
            <p:cNvPr id="29" name="object 29"/>
            <p:cNvSpPr/>
            <p:nvPr/>
          </p:nvSpPr>
          <p:spPr>
            <a:xfrm>
              <a:off x="1171574" y="9925049"/>
              <a:ext cx="838200" cy="314325"/>
            </a:xfrm>
            <a:custGeom>
              <a:avLst/>
              <a:gdLst/>
              <a:ahLst/>
              <a:cxnLst/>
              <a:rect l="l" t="t" r="r" b="b"/>
              <a:pathLst>
                <a:path w="838200" h="314325">
                  <a:moveTo>
                    <a:pt x="761999" y="314324"/>
                  </a:moveTo>
                  <a:lnTo>
                    <a:pt x="76199" y="314324"/>
                  </a:lnTo>
                  <a:lnTo>
                    <a:pt x="68693" y="313961"/>
                  </a:lnTo>
                  <a:lnTo>
                    <a:pt x="27882" y="297056"/>
                  </a:lnTo>
                  <a:lnTo>
                    <a:pt x="3262" y="260211"/>
                  </a:lnTo>
                  <a:lnTo>
                    <a:pt x="0" y="238124"/>
                  </a:lnTo>
                  <a:lnTo>
                    <a:pt x="0" y="76199"/>
                  </a:lnTo>
                  <a:lnTo>
                    <a:pt x="12830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761999" y="0"/>
                  </a:lnTo>
                  <a:lnTo>
                    <a:pt x="804342" y="12829"/>
                  </a:lnTo>
                  <a:lnTo>
                    <a:pt x="832399" y="47038"/>
                  </a:lnTo>
                  <a:lnTo>
                    <a:pt x="838199" y="76199"/>
                  </a:lnTo>
                  <a:lnTo>
                    <a:pt x="838199" y="238124"/>
                  </a:lnTo>
                  <a:lnTo>
                    <a:pt x="825369" y="280465"/>
                  </a:lnTo>
                  <a:lnTo>
                    <a:pt x="791160" y="308522"/>
                  </a:lnTo>
                  <a:lnTo>
                    <a:pt x="761999" y="31432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71574" y="9925049"/>
              <a:ext cx="838200" cy="314325"/>
            </a:xfrm>
            <a:custGeom>
              <a:avLst/>
              <a:gdLst/>
              <a:ahLst/>
              <a:cxnLst/>
              <a:rect l="l" t="t" r="r" b="b"/>
              <a:pathLst>
                <a:path w="838200" h="314325">
                  <a:moveTo>
                    <a:pt x="761999" y="314324"/>
                  </a:moveTo>
                  <a:lnTo>
                    <a:pt x="76199" y="314324"/>
                  </a:lnTo>
                  <a:lnTo>
                    <a:pt x="68693" y="313961"/>
                  </a:lnTo>
                  <a:lnTo>
                    <a:pt x="27882" y="297056"/>
                  </a:lnTo>
                  <a:lnTo>
                    <a:pt x="3262" y="260211"/>
                  </a:lnTo>
                  <a:lnTo>
                    <a:pt x="0" y="238124"/>
                  </a:lnTo>
                  <a:lnTo>
                    <a:pt x="0" y="76199"/>
                  </a:lnTo>
                  <a:lnTo>
                    <a:pt x="12830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761999" y="0"/>
                  </a:lnTo>
                  <a:lnTo>
                    <a:pt x="798821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242502"/>
                  </a:lnTo>
                  <a:lnTo>
                    <a:pt x="23193" y="278807"/>
                  </a:lnTo>
                  <a:lnTo>
                    <a:pt x="54729" y="301399"/>
                  </a:lnTo>
                  <a:lnTo>
                    <a:pt x="71822" y="304799"/>
                  </a:lnTo>
                  <a:lnTo>
                    <a:pt x="798817" y="304799"/>
                  </a:lnTo>
                  <a:lnTo>
                    <a:pt x="797956" y="305315"/>
                  </a:lnTo>
                  <a:lnTo>
                    <a:pt x="791160" y="308522"/>
                  </a:lnTo>
                  <a:lnTo>
                    <a:pt x="784086" y="311060"/>
                  </a:lnTo>
                  <a:lnTo>
                    <a:pt x="776868" y="312873"/>
                  </a:lnTo>
                  <a:lnTo>
                    <a:pt x="769506" y="313961"/>
                  </a:lnTo>
                  <a:lnTo>
                    <a:pt x="761999" y="314324"/>
                  </a:lnTo>
                  <a:close/>
                </a:path>
                <a:path w="838200" h="314325">
                  <a:moveTo>
                    <a:pt x="798817" y="304799"/>
                  </a:moveTo>
                  <a:lnTo>
                    <a:pt x="766377" y="304799"/>
                  </a:lnTo>
                  <a:lnTo>
                    <a:pt x="770713" y="304372"/>
                  </a:lnTo>
                  <a:lnTo>
                    <a:pt x="779301" y="302664"/>
                  </a:lnTo>
                  <a:lnTo>
                    <a:pt x="812241" y="282175"/>
                  </a:lnTo>
                  <a:lnTo>
                    <a:pt x="828247" y="246838"/>
                  </a:lnTo>
                  <a:lnTo>
                    <a:pt x="828674" y="242502"/>
                  </a:lnTo>
                  <a:lnTo>
                    <a:pt x="828674" y="71821"/>
                  </a:lnTo>
                  <a:lnTo>
                    <a:pt x="828366" y="68693"/>
                  </a:lnTo>
                  <a:lnTo>
                    <a:pt x="828247" y="67485"/>
                  </a:lnTo>
                  <a:lnTo>
                    <a:pt x="812241" y="32149"/>
                  </a:lnTo>
                  <a:lnTo>
                    <a:pt x="779301" y="11660"/>
                  </a:lnTo>
                  <a:lnTo>
                    <a:pt x="766377" y="9524"/>
                  </a:lnTo>
                  <a:lnTo>
                    <a:pt x="798821" y="9524"/>
                  </a:lnTo>
                  <a:lnTo>
                    <a:pt x="829191" y="40242"/>
                  </a:lnTo>
                  <a:lnTo>
                    <a:pt x="838199" y="238124"/>
                  </a:lnTo>
                  <a:lnTo>
                    <a:pt x="837837" y="245631"/>
                  </a:lnTo>
                  <a:lnTo>
                    <a:pt x="820932" y="286440"/>
                  </a:lnTo>
                  <a:lnTo>
                    <a:pt x="804467" y="301399"/>
                  </a:lnTo>
                  <a:lnTo>
                    <a:pt x="798817" y="3047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324223" y="9988643"/>
            <a:ext cx="5321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EFEFE"/>
                </a:solidFill>
                <a:latin typeface="Microsoft Sans Serif"/>
                <a:cs typeface="Microsoft Sans Serif"/>
              </a:rPr>
              <a:t>Windows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85974" y="9925049"/>
            <a:ext cx="609600" cy="314325"/>
            <a:chOff x="2085974" y="9925049"/>
            <a:chExt cx="609600" cy="314325"/>
          </a:xfrm>
        </p:grpSpPr>
        <p:sp>
          <p:nvSpPr>
            <p:cNvPr id="33" name="object 33"/>
            <p:cNvSpPr/>
            <p:nvPr/>
          </p:nvSpPr>
          <p:spPr>
            <a:xfrm>
              <a:off x="2085974" y="9925049"/>
              <a:ext cx="609600" cy="314325"/>
            </a:xfrm>
            <a:custGeom>
              <a:avLst/>
              <a:gdLst/>
              <a:ahLst/>
              <a:cxnLst/>
              <a:rect l="l" t="t" r="r" b="b"/>
              <a:pathLst>
                <a:path w="609600" h="314325">
                  <a:moveTo>
                    <a:pt x="533399" y="314324"/>
                  </a:moveTo>
                  <a:lnTo>
                    <a:pt x="76199" y="314324"/>
                  </a:lnTo>
                  <a:lnTo>
                    <a:pt x="68693" y="313961"/>
                  </a:lnTo>
                  <a:lnTo>
                    <a:pt x="27882" y="297056"/>
                  </a:lnTo>
                  <a:lnTo>
                    <a:pt x="3262" y="260211"/>
                  </a:lnTo>
                  <a:lnTo>
                    <a:pt x="0" y="238124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33399" y="0"/>
                  </a:lnTo>
                  <a:lnTo>
                    <a:pt x="575742" y="12829"/>
                  </a:lnTo>
                  <a:lnTo>
                    <a:pt x="603799" y="47038"/>
                  </a:lnTo>
                  <a:lnTo>
                    <a:pt x="609599" y="76199"/>
                  </a:lnTo>
                  <a:lnTo>
                    <a:pt x="609599" y="238124"/>
                  </a:lnTo>
                  <a:lnTo>
                    <a:pt x="596769" y="280465"/>
                  </a:lnTo>
                  <a:lnTo>
                    <a:pt x="562560" y="308522"/>
                  </a:lnTo>
                  <a:lnTo>
                    <a:pt x="533399" y="31432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085974" y="9925049"/>
              <a:ext cx="609600" cy="314325"/>
            </a:xfrm>
            <a:custGeom>
              <a:avLst/>
              <a:gdLst/>
              <a:ahLst/>
              <a:cxnLst/>
              <a:rect l="l" t="t" r="r" b="b"/>
              <a:pathLst>
                <a:path w="609600" h="314325">
                  <a:moveTo>
                    <a:pt x="533399" y="314324"/>
                  </a:moveTo>
                  <a:lnTo>
                    <a:pt x="76199" y="314324"/>
                  </a:lnTo>
                  <a:lnTo>
                    <a:pt x="68693" y="313961"/>
                  </a:lnTo>
                  <a:lnTo>
                    <a:pt x="27882" y="297056"/>
                  </a:lnTo>
                  <a:lnTo>
                    <a:pt x="3262" y="260211"/>
                  </a:lnTo>
                  <a:lnTo>
                    <a:pt x="0" y="238124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33399" y="0"/>
                  </a:lnTo>
                  <a:lnTo>
                    <a:pt x="570221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242502"/>
                  </a:lnTo>
                  <a:lnTo>
                    <a:pt x="23193" y="278807"/>
                  </a:lnTo>
                  <a:lnTo>
                    <a:pt x="54729" y="301399"/>
                  </a:lnTo>
                  <a:lnTo>
                    <a:pt x="71822" y="304799"/>
                  </a:lnTo>
                  <a:lnTo>
                    <a:pt x="570217" y="304799"/>
                  </a:lnTo>
                  <a:lnTo>
                    <a:pt x="569356" y="305315"/>
                  </a:lnTo>
                  <a:lnTo>
                    <a:pt x="562560" y="308522"/>
                  </a:lnTo>
                  <a:lnTo>
                    <a:pt x="555486" y="311060"/>
                  </a:lnTo>
                  <a:lnTo>
                    <a:pt x="548268" y="312873"/>
                  </a:lnTo>
                  <a:lnTo>
                    <a:pt x="540906" y="313961"/>
                  </a:lnTo>
                  <a:lnTo>
                    <a:pt x="533399" y="314324"/>
                  </a:lnTo>
                  <a:close/>
                </a:path>
                <a:path w="609600" h="314325">
                  <a:moveTo>
                    <a:pt x="570217" y="304799"/>
                  </a:moveTo>
                  <a:lnTo>
                    <a:pt x="537777" y="304799"/>
                  </a:lnTo>
                  <a:lnTo>
                    <a:pt x="542113" y="304372"/>
                  </a:lnTo>
                  <a:lnTo>
                    <a:pt x="550701" y="302664"/>
                  </a:lnTo>
                  <a:lnTo>
                    <a:pt x="583641" y="282175"/>
                  </a:lnTo>
                  <a:lnTo>
                    <a:pt x="599647" y="246838"/>
                  </a:lnTo>
                  <a:lnTo>
                    <a:pt x="600074" y="242502"/>
                  </a:lnTo>
                  <a:lnTo>
                    <a:pt x="600074" y="71821"/>
                  </a:lnTo>
                  <a:lnTo>
                    <a:pt x="586405" y="35517"/>
                  </a:lnTo>
                  <a:lnTo>
                    <a:pt x="554555" y="12829"/>
                  </a:lnTo>
                  <a:lnTo>
                    <a:pt x="537777" y="9524"/>
                  </a:lnTo>
                  <a:lnTo>
                    <a:pt x="570221" y="9524"/>
                  </a:lnTo>
                  <a:lnTo>
                    <a:pt x="600591" y="40242"/>
                  </a:lnTo>
                  <a:lnTo>
                    <a:pt x="609599" y="238124"/>
                  </a:lnTo>
                  <a:lnTo>
                    <a:pt x="609237" y="245631"/>
                  </a:lnTo>
                  <a:lnTo>
                    <a:pt x="592332" y="286440"/>
                  </a:lnTo>
                  <a:lnTo>
                    <a:pt x="575867" y="301399"/>
                  </a:lnTo>
                  <a:lnTo>
                    <a:pt x="570217" y="3047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230586" y="9988643"/>
            <a:ext cx="32258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EFEFE"/>
                </a:solidFill>
                <a:latin typeface="Microsoft Sans Serif"/>
                <a:cs typeface="Microsoft Sans Serif"/>
              </a:rPr>
              <a:t>Linux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819773" y="9953624"/>
            <a:ext cx="895350" cy="285750"/>
            <a:chOff x="5819773" y="9953624"/>
            <a:chExt cx="895350" cy="285750"/>
          </a:xfrm>
        </p:grpSpPr>
        <p:sp>
          <p:nvSpPr>
            <p:cNvPr id="37" name="object 37"/>
            <p:cNvSpPr/>
            <p:nvPr/>
          </p:nvSpPr>
          <p:spPr>
            <a:xfrm>
              <a:off x="5819773" y="9953624"/>
              <a:ext cx="895350" cy="285750"/>
            </a:xfrm>
            <a:custGeom>
              <a:avLst/>
              <a:gdLst/>
              <a:ahLst/>
              <a:cxnLst/>
              <a:rect l="l" t="t" r="r" b="b"/>
              <a:pathLst>
                <a:path w="895350" h="285750">
                  <a:moveTo>
                    <a:pt x="841953" y="285749"/>
                  </a:moveTo>
                  <a:lnTo>
                    <a:pt x="53397" y="285749"/>
                  </a:lnTo>
                  <a:lnTo>
                    <a:pt x="49681" y="285383"/>
                  </a:lnTo>
                  <a:lnTo>
                    <a:pt x="14085" y="266355"/>
                  </a:lnTo>
                  <a:lnTo>
                    <a:pt x="0" y="232352"/>
                  </a:lnTo>
                  <a:lnTo>
                    <a:pt x="0" y="22859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841953" y="0"/>
                  </a:lnTo>
                  <a:lnTo>
                    <a:pt x="881264" y="19390"/>
                  </a:lnTo>
                  <a:lnTo>
                    <a:pt x="895350" y="53397"/>
                  </a:lnTo>
                  <a:lnTo>
                    <a:pt x="895350" y="232352"/>
                  </a:lnTo>
                  <a:lnTo>
                    <a:pt x="875956" y="271664"/>
                  </a:lnTo>
                  <a:lnTo>
                    <a:pt x="845669" y="285383"/>
                  </a:lnTo>
                  <a:lnTo>
                    <a:pt x="841953" y="28574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15023" y="10010774"/>
              <a:ext cx="171449" cy="17144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19823" y="10010774"/>
              <a:ext cx="400050" cy="171450"/>
            </a:xfrm>
            <a:custGeom>
              <a:avLst/>
              <a:gdLst/>
              <a:ahLst/>
              <a:cxnLst/>
              <a:rect l="l" t="t" r="r" b="b"/>
              <a:pathLst>
                <a:path w="400050" h="171450">
                  <a:moveTo>
                    <a:pt x="367001" y="171448"/>
                  </a:moveTo>
                  <a:lnTo>
                    <a:pt x="33047" y="171448"/>
                  </a:lnTo>
                  <a:lnTo>
                    <a:pt x="28187" y="170482"/>
                  </a:lnTo>
                  <a:lnTo>
                    <a:pt x="966" y="143261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6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67001" y="0"/>
                  </a:lnTo>
                  <a:lnTo>
                    <a:pt x="399082" y="28186"/>
                  </a:lnTo>
                  <a:lnTo>
                    <a:pt x="400049" y="33046"/>
                  </a:lnTo>
                  <a:lnTo>
                    <a:pt x="400049" y="138402"/>
                  </a:lnTo>
                  <a:lnTo>
                    <a:pt x="371862" y="170482"/>
                  </a:lnTo>
                  <a:lnTo>
                    <a:pt x="367001" y="171448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956498" y="10007600"/>
            <a:ext cx="6223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>
                <a:solidFill>
                  <a:srgbClr val="FEFEFE"/>
                </a:solidFill>
                <a:latin typeface="Cambria"/>
                <a:cs typeface="Cambria"/>
              </a:rPr>
              <a:t>⌥</a:t>
            </a:r>
            <a:r>
              <a:rPr dirty="0" sz="750" spc="465">
                <a:solidFill>
                  <a:srgbClr val="FEFEFE"/>
                </a:solidFill>
                <a:latin typeface="Cambria"/>
                <a:cs typeface="Cambria"/>
              </a:rPr>
              <a:t> </a:t>
            </a:r>
            <a:r>
              <a:rPr dirty="0" sz="800">
                <a:solidFill>
                  <a:srgbClr val="FEFEFE"/>
                </a:solidFill>
                <a:latin typeface="Courier New"/>
                <a:cs typeface="Courier New"/>
              </a:rPr>
              <a:t>+</a:t>
            </a:r>
            <a:r>
              <a:rPr dirty="0" sz="800" spc="160">
                <a:solidFill>
                  <a:srgbClr val="FEFEF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FEFEFE"/>
                </a:solidFill>
                <a:latin typeface="Courier New"/>
                <a:cs typeface="Courier New"/>
              </a:rPr>
              <a:t>Space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00949" y="10001198"/>
            <a:ext cx="39560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EFEFE"/>
                </a:solidFill>
                <a:latin typeface="Malgun Gothic"/>
                <a:cs typeface="Malgun Gothic"/>
              </a:rPr>
              <a:t>로</a:t>
            </a:r>
            <a:r>
              <a:rPr dirty="0" sz="950" spc="2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950" spc="-125">
                <a:solidFill>
                  <a:srgbClr val="FEFEFE"/>
                </a:solidFill>
                <a:latin typeface="Malgun Gothic"/>
                <a:cs typeface="Malgun Gothic"/>
              </a:rPr>
              <a:t>호출</a:t>
            </a:r>
            <a:endParaRPr sz="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248" y="530225"/>
            <a:ext cx="7404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80">
                <a:solidFill>
                  <a:srgbClr val="FF7758"/>
                </a:solidFill>
                <a:latin typeface="Courier New"/>
                <a:cs typeface="Courier New"/>
              </a:rPr>
              <a:t>SECTION</a:t>
            </a:r>
            <a:r>
              <a:rPr dirty="0" sz="800" spc="18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 spc="30">
                <a:solidFill>
                  <a:srgbClr val="FF7758"/>
                </a:solidFill>
                <a:latin typeface="Courier New"/>
                <a:cs typeface="Courier New"/>
              </a:rPr>
              <a:t>01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248" y="944448"/>
            <a:ext cx="1685925" cy="363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425">
                <a:latin typeface="Malgun Gothic"/>
                <a:cs typeface="Malgun Gothic"/>
              </a:rPr>
              <a:t>시스템</a:t>
            </a:r>
            <a:r>
              <a:rPr dirty="0" sz="2200" spc="-180">
                <a:latin typeface="Malgun Gothic"/>
                <a:cs typeface="Malgun Gothic"/>
              </a:rPr>
              <a:t> </a:t>
            </a:r>
            <a:r>
              <a:rPr dirty="0" sz="2200" spc="-455">
                <a:latin typeface="Malgun Gothic"/>
                <a:cs typeface="Malgun Gothic"/>
              </a:rPr>
              <a:t>아키텍처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2924" y="2362199"/>
            <a:ext cx="6477000" cy="914400"/>
          </a:xfrm>
          <a:custGeom>
            <a:avLst/>
            <a:gdLst/>
            <a:ahLst/>
            <a:cxnLst/>
            <a:rect l="l" t="t" r="r" b="b"/>
            <a:pathLst>
              <a:path w="6477000" h="914400">
                <a:moveTo>
                  <a:pt x="6405802" y="914398"/>
                </a:moveTo>
                <a:lnTo>
                  <a:pt x="71196" y="914398"/>
                </a:lnTo>
                <a:lnTo>
                  <a:pt x="66241" y="913910"/>
                </a:lnTo>
                <a:lnTo>
                  <a:pt x="29705" y="898775"/>
                </a:lnTo>
                <a:lnTo>
                  <a:pt x="3885" y="862736"/>
                </a:lnTo>
                <a:lnTo>
                  <a:pt x="0" y="843203"/>
                </a:lnTo>
                <a:lnTo>
                  <a:pt x="0" y="838199"/>
                </a:lnTo>
                <a:lnTo>
                  <a:pt x="0" y="71195"/>
                </a:lnTo>
                <a:lnTo>
                  <a:pt x="15621" y="29703"/>
                </a:lnTo>
                <a:lnTo>
                  <a:pt x="51661" y="3884"/>
                </a:lnTo>
                <a:lnTo>
                  <a:pt x="71196" y="0"/>
                </a:lnTo>
                <a:lnTo>
                  <a:pt x="6405802" y="0"/>
                </a:lnTo>
                <a:lnTo>
                  <a:pt x="6447293" y="15621"/>
                </a:lnTo>
                <a:lnTo>
                  <a:pt x="6473112" y="51659"/>
                </a:lnTo>
                <a:lnTo>
                  <a:pt x="6476998" y="71195"/>
                </a:lnTo>
                <a:lnTo>
                  <a:pt x="6476998" y="843203"/>
                </a:lnTo>
                <a:lnTo>
                  <a:pt x="6461376" y="884693"/>
                </a:lnTo>
                <a:lnTo>
                  <a:pt x="6425336" y="910512"/>
                </a:lnTo>
                <a:lnTo>
                  <a:pt x="6410757" y="913910"/>
                </a:lnTo>
                <a:lnTo>
                  <a:pt x="6405802" y="914398"/>
                </a:lnTo>
                <a:close/>
              </a:path>
            </a:pathLst>
          </a:custGeom>
          <a:solidFill>
            <a:srgbClr val="EDEC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7248" y="1778138"/>
            <a:ext cx="6499225" cy="1115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95"/>
              </a:spcBef>
            </a:pPr>
            <a:r>
              <a:rPr dirty="0" sz="1100" spc="-35">
                <a:solidFill>
                  <a:srgbClr val="202020"/>
                </a:solidFill>
                <a:latin typeface="Microsoft Sans Serif"/>
                <a:cs typeface="Microsoft Sans Serif"/>
              </a:rPr>
              <a:t>Dadumi</a:t>
            </a:r>
            <a:r>
              <a:rPr dirty="0" sz="1100" spc="-35">
                <a:solidFill>
                  <a:srgbClr val="202020"/>
                </a:solidFill>
                <a:latin typeface="Malgun Gothic"/>
                <a:cs typeface="Malgun Gothic"/>
              </a:rPr>
              <a:t>는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>
                <a:solidFill>
                  <a:srgbClr val="202020"/>
                </a:solidFill>
                <a:latin typeface="Microsoft Sans Serif"/>
                <a:cs typeface="Microsoft Sans Serif"/>
              </a:rPr>
              <a:t>Tauri</a:t>
            </a:r>
            <a:r>
              <a:rPr dirty="0" sz="1100" spc="6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202020"/>
                </a:solidFill>
                <a:latin typeface="Microsoft Sans Serif"/>
                <a:cs typeface="Microsoft Sans Serif"/>
              </a:rPr>
              <a:t>v2</a:t>
            </a:r>
            <a:r>
              <a:rPr dirty="0" sz="1100" spc="4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95">
                <a:solidFill>
                  <a:srgbClr val="202020"/>
                </a:solidFill>
                <a:latin typeface="Malgun Gothic"/>
                <a:cs typeface="Malgun Gothic"/>
              </a:rPr>
              <a:t>프레임워크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20">
                <a:solidFill>
                  <a:srgbClr val="202020"/>
                </a:solidFill>
                <a:latin typeface="Malgun Gothic"/>
                <a:cs typeface="Malgun Gothic"/>
              </a:rPr>
              <a:t>기반의</a:t>
            </a:r>
            <a:r>
              <a:rPr dirty="0" sz="1100" spc="-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00">
                <a:solidFill>
                  <a:srgbClr val="202020"/>
                </a:solidFill>
                <a:latin typeface="Malgun Gothic"/>
                <a:cs typeface="Malgun Gothic"/>
              </a:rPr>
              <a:t>하이브리드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00">
                <a:solidFill>
                  <a:srgbClr val="202020"/>
                </a:solidFill>
                <a:latin typeface="Malgun Gothic"/>
                <a:cs typeface="Malgun Gothic"/>
              </a:rPr>
              <a:t>아키텍처로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20">
                <a:solidFill>
                  <a:srgbClr val="202020"/>
                </a:solidFill>
                <a:latin typeface="Malgun Gothic"/>
                <a:cs typeface="Malgun Gothic"/>
              </a:rPr>
              <a:t>구성되어</a:t>
            </a:r>
            <a:r>
              <a:rPr dirty="0" sz="1100" spc="-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80">
                <a:solidFill>
                  <a:srgbClr val="202020"/>
                </a:solidFill>
                <a:latin typeface="Malgun Gothic"/>
                <a:cs typeface="Malgun Gothic"/>
              </a:rPr>
              <a:t>있습니다</a:t>
            </a:r>
            <a:r>
              <a:rPr dirty="0" sz="1100" spc="-180">
                <a:solidFill>
                  <a:srgbClr val="202020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8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202020"/>
                </a:solidFill>
                <a:latin typeface="Microsoft Sans Serif"/>
                <a:cs typeface="Microsoft Sans Serif"/>
              </a:rPr>
              <a:t>Rust</a:t>
            </a:r>
            <a:r>
              <a:rPr dirty="0" sz="110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85">
                <a:solidFill>
                  <a:srgbClr val="202020"/>
                </a:solidFill>
                <a:latin typeface="Malgun Gothic"/>
                <a:cs typeface="Malgun Gothic"/>
              </a:rPr>
              <a:t>백엔드가</a:t>
            </a:r>
            <a:r>
              <a:rPr dirty="0" sz="1100" spc="-15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55">
                <a:solidFill>
                  <a:srgbClr val="202020"/>
                </a:solidFill>
                <a:latin typeface="Microsoft Sans Serif"/>
                <a:cs typeface="Microsoft Sans Serif"/>
              </a:rPr>
              <a:t>OS</a:t>
            </a:r>
            <a:r>
              <a:rPr dirty="0" sz="1100" spc="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95">
                <a:solidFill>
                  <a:srgbClr val="202020"/>
                </a:solidFill>
                <a:latin typeface="Malgun Gothic"/>
                <a:cs typeface="Malgun Gothic"/>
              </a:rPr>
              <a:t>네이티브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85">
                <a:solidFill>
                  <a:srgbClr val="202020"/>
                </a:solidFill>
                <a:latin typeface="Malgun Gothic"/>
                <a:cs typeface="Malgun Gothic"/>
              </a:rPr>
              <a:t>기능을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60">
                <a:solidFill>
                  <a:srgbClr val="202020"/>
                </a:solidFill>
                <a:latin typeface="Malgun Gothic"/>
                <a:cs typeface="Malgun Gothic"/>
              </a:rPr>
              <a:t>처 </a:t>
            </a:r>
            <a:r>
              <a:rPr dirty="0" sz="1100" spc="-175">
                <a:solidFill>
                  <a:srgbClr val="202020"/>
                </a:solidFill>
                <a:latin typeface="Malgun Gothic"/>
                <a:cs typeface="Malgun Gothic"/>
              </a:rPr>
              <a:t>리하고</a:t>
            </a:r>
            <a:r>
              <a:rPr dirty="0" sz="1100" spc="-175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10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202020"/>
                </a:solidFill>
                <a:latin typeface="Microsoft Sans Serif"/>
                <a:cs typeface="Microsoft Sans Serif"/>
              </a:rPr>
              <a:t>React</a:t>
            </a:r>
            <a:r>
              <a:rPr dirty="0" sz="1100" spc="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95">
                <a:solidFill>
                  <a:srgbClr val="202020"/>
                </a:solidFill>
                <a:latin typeface="Malgun Gothic"/>
                <a:cs typeface="Malgun Gothic"/>
              </a:rPr>
              <a:t>프론트엔드가</a:t>
            </a:r>
            <a:r>
              <a:rPr dirty="0" sz="1100" spc="-14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80">
                <a:solidFill>
                  <a:srgbClr val="202020"/>
                </a:solidFill>
                <a:latin typeface="Malgun Gothic"/>
                <a:cs typeface="Malgun Gothic"/>
              </a:rPr>
              <a:t>사용자</a:t>
            </a:r>
            <a:r>
              <a:rPr dirty="0" sz="1100" spc="-14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00">
                <a:solidFill>
                  <a:srgbClr val="202020"/>
                </a:solidFill>
                <a:latin typeface="Malgun Gothic"/>
                <a:cs typeface="Malgun Gothic"/>
              </a:rPr>
              <a:t>인터페이스를</a:t>
            </a:r>
            <a:r>
              <a:rPr dirty="0" sz="1100" spc="-11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0">
                <a:solidFill>
                  <a:srgbClr val="202020"/>
                </a:solidFill>
                <a:latin typeface="Malgun Gothic"/>
                <a:cs typeface="Malgun Gothic"/>
              </a:rPr>
              <a:t>담당합니다</a:t>
            </a:r>
            <a:r>
              <a:rPr dirty="0" sz="1100" spc="-10">
                <a:solidFill>
                  <a:srgbClr val="202020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65100">
              <a:lnSpc>
                <a:spcPct val="100000"/>
              </a:lnSpc>
            </a:pPr>
            <a:r>
              <a:rPr dirty="0" sz="1250" spc="-195">
                <a:latin typeface="Malgun Gothic"/>
                <a:cs typeface="Malgun Gothic"/>
              </a:rPr>
              <a:t>사용자</a:t>
            </a:r>
            <a:r>
              <a:rPr dirty="0" sz="1250" spc="-190">
                <a:latin typeface="Malgun Gothic"/>
                <a:cs typeface="Malgun Gothic"/>
              </a:rPr>
              <a:t> </a:t>
            </a:r>
            <a:r>
              <a:rPr dirty="0" sz="1250" spc="-220">
                <a:latin typeface="Malgun Gothic"/>
                <a:cs typeface="Malgun Gothic"/>
              </a:rPr>
              <a:t>인터페이스</a:t>
            </a:r>
            <a:r>
              <a:rPr dirty="0" sz="1250" spc="-150">
                <a:latin typeface="Malgun Gothic"/>
                <a:cs typeface="Malgun Gothic"/>
              </a:rPr>
              <a:t> </a:t>
            </a:r>
            <a:r>
              <a:rPr dirty="0" sz="1250" spc="-25">
                <a:latin typeface="Malgun Gothic"/>
                <a:cs typeface="Malgun Gothic"/>
              </a:rPr>
              <a:t>계층</a:t>
            </a:r>
            <a:endParaRPr sz="1250">
              <a:latin typeface="Malgun Gothic"/>
              <a:cs typeface="Malgun Gothic"/>
            </a:endParaRPr>
          </a:p>
          <a:p>
            <a:pPr marL="165100">
              <a:lnSpc>
                <a:spcPct val="100000"/>
              </a:lnSpc>
              <a:spcBef>
                <a:spcPts val="700"/>
              </a:spcBef>
            </a:pP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React</a:t>
            </a:r>
            <a:r>
              <a:rPr dirty="0" sz="850" spc="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+</a:t>
            </a:r>
            <a:r>
              <a:rPr dirty="0" sz="850" spc="5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TypeScript</a:t>
            </a:r>
            <a:r>
              <a:rPr dirty="0" sz="850" spc="1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93939E"/>
                </a:solidFill>
                <a:latin typeface="Microsoft Sans Serif"/>
                <a:cs typeface="Microsoft Sans Serif"/>
              </a:rPr>
              <a:t>•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Tailwind</a:t>
            </a:r>
            <a:r>
              <a:rPr dirty="0" sz="850" spc="3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">
                <a:solidFill>
                  <a:srgbClr val="93939E"/>
                </a:solidFill>
                <a:latin typeface="Microsoft Sans Serif"/>
                <a:cs typeface="Microsoft Sans Serif"/>
              </a:rPr>
              <a:t>CSS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3943" y="2991542"/>
            <a:ext cx="512445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60">
                <a:solidFill>
                  <a:srgbClr val="93939E"/>
                </a:solidFill>
                <a:latin typeface="Malgun Gothic"/>
                <a:cs typeface="Malgun Gothic"/>
              </a:rPr>
              <a:t>플로팅</a:t>
            </a:r>
            <a:r>
              <a:rPr dirty="0" sz="850" spc="-2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90">
                <a:solidFill>
                  <a:srgbClr val="93939E"/>
                </a:solidFill>
                <a:latin typeface="Malgun Gothic"/>
                <a:cs typeface="Malgun Gothic"/>
              </a:rPr>
              <a:t>메뉴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8367" y="2991542"/>
            <a:ext cx="333375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65">
                <a:solidFill>
                  <a:srgbClr val="93939E"/>
                </a:solidFill>
                <a:latin typeface="Malgun Gothic"/>
                <a:cs typeface="Malgun Gothic"/>
              </a:rPr>
              <a:t>설정</a:t>
            </a:r>
            <a:r>
              <a:rPr dirty="0" sz="850" spc="-2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50">
                <a:solidFill>
                  <a:srgbClr val="93939E"/>
                </a:solidFill>
                <a:latin typeface="Malgun Gothic"/>
                <a:cs typeface="Malgun Gothic"/>
              </a:rPr>
              <a:t>창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2924" y="3790949"/>
            <a:ext cx="6477000" cy="647700"/>
          </a:xfrm>
          <a:custGeom>
            <a:avLst/>
            <a:gdLst/>
            <a:ahLst/>
            <a:cxnLst/>
            <a:rect l="l" t="t" r="r" b="b"/>
            <a:pathLst>
              <a:path w="6477000" h="647700">
                <a:moveTo>
                  <a:pt x="6405802" y="647699"/>
                </a:moveTo>
                <a:lnTo>
                  <a:pt x="71196" y="647699"/>
                </a:lnTo>
                <a:lnTo>
                  <a:pt x="66241" y="647211"/>
                </a:lnTo>
                <a:lnTo>
                  <a:pt x="29705" y="632077"/>
                </a:lnTo>
                <a:lnTo>
                  <a:pt x="3885" y="596037"/>
                </a:lnTo>
                <a:lnTo>
                  <a:pt x="0" y="576503"/>
                </a:lnTo>
                <a:lnTo>
                  <a:pt x="0" y="571499"/>
                </a:lnTo>
                <a:lnTo>
                  <a:pt x="0" y="71196"/>
                </a:lnTo>
                <a:lnTo>
                  <a:pt x="15621" y="29703"/>
                </a:lnTo>
                <a:lnTo>
                  <a:pt x="51661" y="3884"/>
                </a:lnTo>
                <a:lnTo>
                  <a:pt x="71196" y="0"/>
                </a:lnTo>
                <a:lnTo>
                  <a:pt x="6405802" y="0"/>
                </a:lnTo>
                <a:lnTo>
                  <a:pt x="6447293" y="15621"/>
                </a:lnTo>
                <a:lnTo>
                  <a:pt x="6473112" y="51659"/>
                </a:lnTo>
                <a:lnTo>
                  <a:pt x="6476998" y="71196"/>
                </a:lnTo>
                <a:lnTo>
                  <a:pt x="6476998" y="576503"/>
                </a:lnTo>
                <a:lnTo>
                  <a:pt x="6461376" y="617994"/>
                </a:lnTo>
                <a:lnTo>
                  <a:pt x="6425336" y="643812"/>
                </a:lnTo>
                <a:lnTo>
                  <a:pt x="6410757" y="647211"/>
                </a:lnTo>
                <a:lnTo>
                  <a:pt x="6405802" y="647699"/>
                </a:lnTo>
                <a:close/>
              </a:path>
            </a:pathLst>
          </a:custGeom>
          <a:solidFill>
            <a:srgbClr val="EDEC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2924" y="4952999"/>
            <a:ext cx="6477000" cy="914400"/>
          </a:xfrm>
          <a:custGeom>
            <a:avLst/>
            <a:gdLst/>
            <a:ahLst/>
            <a:cxnLst/>
            <a:rect l="l" t="t" r="r" b="b"/>
            <a:pathLst>
              <a:path w="6477000" h="914400">
                <a:moveTo>
                  <a:pt x="6405802" y="914398"/>
                </a:moveTo>
                <a:lnTo>
                  <a:pt x="71196" y="914398"/>
                </a:lnTo>
                <a:lnTo>
                  <a:pt x="66241" y="913910"/>
                </a:lnTo>
                <a:lnTo>
                  <a:pt x="29705" y="898776"/>
                </a:lnTo>
                <a:lnTo>
                  <a:pt x="3885" y="862735"/>
                </a:lnTo>
                <a:lnTo>
                  <a:pt x="0" y="843201"/>
                </a:lnTo>
                <a:lnTo>
                  <a:pt x="0" y="838199"/>
                </a:lnTo>
                <a:lnTo>
                  <a:pt x="0" y="71196"/>
                </a:lnTo>
                <a:lnTo>
                  <a:pt x="15621" y="29702"/>
                </a:lnTo>
                <a:lnTo>
                  <a:pt x="51661" y="3884"/>
                </a:lnTo>
                <a:lnTo>
                  <a:pt x="71196" y="0"/>
                </a:lnTo>
                <a:lnTo>
                  <a:pt x="6405802" y="0"/>
                </a:lnTo>
                <a:lnTo>
                  <a:pt x="6447293" y="15621"/>
                </a:lnTo>
                <a:lnTo>
                  <a:pt x="6473112" y="51660"/>
                </a:lnTo>
                <a:lnTo>
                  <a:pt x="6476998" y="71196"/>
                </a:lnTo>
                <a:lnTo>
                  <a:pt x="6476998" y="843201"/>
                </a:lnTo>
                <a:lnTo>
                  <a:pt x="6461376" y="884692"/>
                </a:lnTo>
                <a:lnTo>
                  <a:pt x="6425336" y="910512"/>
                </a:lnTo>
                <a:lnTo>
                  <a:pt x="6410757" y="913910"/>
                </a:lnTo>
                <a:lnTo>
                  <a:pt x="6405802" y="914398"/>
                </a:lnTo>
                <a:close/>
              </a:path>
            </a:pathLst>
          </a:custGeom>
          <a:solidFill>
            <a:srgbClr val="1717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9648" y="3444875"/>
            <a:ext cx="3155950" cy="203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5689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93939E"/>
                </a:solidFill>
                <a:latin typeface="Times New Roman"/>
                <a:cs typeface="Times New Roman"/>
              </a:rPr>
              <a:t>↕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-20">
                <a:latin typeface="Microsoft Sans Serif"/>
                <a:cs typeface="Microsoft Sans Serif"/>
              </a:rPr>
              <a:t>Tauri</a:t>
            </a:r>
            <a:r>
              <a:rPr dirty="0" sz="1300" spc="-30">
                <a:latin typeface="Microsoft Sans Serif"/>
                <a:cs typeface="Microsoft Sans Serif"/>
              </a:rPr>
              <a:t> </a:t>
            </a:r>
            <a:r>
              <a:rPr dirty="0" sz="1300" spc="-70">
                <a:latin typeface="Microsoft Sans Serif"/>
                <a:cs typeface="Microsoft Sans Serif"/>
              </a:rPr>
              <a:t>IPC</a:t>
            </a:r>
            <a:r>
              <a:rPr dirty="0" sz="1300" spc="-45">
                <a:latin typeface="Microsoft Sans Serif"/>
                <a:cs typeface="Microsoft Sans Serif"/>
              </a:rPr>
              <a:t> </a:t>
            </a:r>
            <a:r>
              <a:rPr dirty="0" sz="1250" spc="-25">
                <a:latin typeface="Malgun Gothic"/>
                <a:cs typeface="Malgun Gothic"/>
              </a:rPr>
              <a:t>브릿지</a:t>
            </a:r>
            <a:endParaRPr sz="12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850" spc="-145">
                <a:solidFill>
                  <a:srgbClr val="93939E"/>
                </a:solidFill>
                <a:latin typeface="Malgun Gothic"/>
                <a:cs typeface="Malgun Gothic"/>
              </a:rPr>
              <a:t>프론트엔드</a:t>
            </a:r>
            <a:r>
              <a:rPr dirty="0" sz="850" spc="-9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3939E"/>
                </a:solidFill>
                <a:latin typeface="Times New Roman"/>
                <a:cs typeface="Times New Roman"/>
              </a:rPr>
              <a:t>↔</a:t>
            </a:r>
            <a:r>
              <a:rPr dirty="0" sz="800" spc="50">
                <a:solidFill>
                  <a:srgbClr val="93939E"/>
                </a:solidFill>
                <a:latin typeface="Times New Roman"/>
                <a:cs typeface="Times New Roman"/>
              </a:rPr>
              <a:t> </a:t>
            </a:r>
            <a:r>
              <a:rPr dirty="0" sz="850" spc="-140">
                <a:solidFill>
                  <a:srgbClr val="93939E"/>
                </a:solidFill>
                <a:latin typeface="Malgun Gothic"/>
                <a:cs typeface="Malgun Gothic"/>
              </a:rPr>
              <a:t>백엔드</a:t>
            </a:r>
            <a:r>
              <a:rPr dirty="0" sz="850" spc="-9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60">
                <a:solidFill>
                  <a:srgbClr val="93939E"/>
                </a:solidFill>
                <a:latin typeface="Malgun Gothic"/>
                <a:cs typeface="Malgun Gothic"/>
              </a:rPr>
              <a:t>통신</a:t>
            </a:r>
            <a:r>
              <a:rPr dirty="0" sz="850" spc="-3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95">
                <a:solidFill>
                  <a:srgbClr val="93939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10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40">
                <a:solidFill>
                  <a:srgbClr val="93939E"/>
                </a:solidFill>
                <a:latin typeface="Malgun Gothic"/>
                <a:cs typeface="Malgun Gothic"/>
              </a:rPr>
              <a:t>이벤트</a:t>
            </a:r>
            <a:r>
              <a:rPr dirty="0" sz="850" spc="-9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60">
                <a:solidFill>
                  <a:srgbClr val="93939E"/>
                </a:solidFill>
                <a:latin typeface="Malgun Gothic"/>
                <a:cs typeface="Malgun Gothic"/>
              </a:rPr>
              <a:t>스트리밍</a:t>
            </a:r>
            <a:r>
              <a:rPr dirty="0" sz="850" spc="-1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95">
                <a:solidFill>
                  <a:srgbClr val="93939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10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55">
                <a:solidFill>
                  <a:srgbClr val="93939E"/>
                </a:solidFill>
                <a:latin typeface="Malgun Gothic"/>
                <a:cs typeface="Malgun Gothic"/>
              </a:rPr>
              <a:t>상태</a:t>
            </a:r>
            <a:r>
              <a:rPr dirty="0" sz="850" spc="-3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25">
                <a:solidFill>
                  <a:srgbClr val="93939E"/>
                </a:solidFill>
                <a:latin typeface="Malgun Gothic"/>
                <a:cs typeface="Malgun Gothic"/>
              </a:rPr>
              <a:t>동기화</a:t>
            </a:r>
            <a:endParaRPr sz="8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800">
              <a:latin typeface="Malgun Gothic"/>
              <a:cs typeface="Malgun Gothic"/>
            </a:endParaRPr>
          </a:p>
          <a:p>
            <a:pPr marL="3056890">
              <a:lnSpc>
                <a:spcPct val="100000"/>
              </a:lnSpc>
            </a:pPr>
            <a:r>
              <a:rPr dirty="0" sz="1350" spc="-50">
                <a:solidFill>
                  <a:srgbClr val="93939E"/>
                </a:solidFill>
                <a:latin typeface="Times New Roman"/>
                <a:cs typeface="Times New Roman"/>
              </a:rPr>
              <a:t>↕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Rust</a:t>
            </a:r>
            <a:r>
              <a:rPr dirty="0" sz="130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15">
                <a:solidFill>
                  <a:srgbClr val="FFFFFF"/>
                </a:solidFill>
                <a:latin typeface="Malgun Gothic"/>
                <a:cs typeface="Malgun Gothic"/>
              </a:rPr>
              <a:t>네이티브</a:t>
            </a:r>
            <a:r>
              <a:rPr dirty="0" sz="1250" spc="-16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Malgun Gothic"/>
                <a:cs typeface="Malgun Gothic"/>
              </a:rPr>
              <a:t>백엔드</a:t>
            </a:r>
            <a:endParaRPr sz="12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850" spc="-30">
                <a:solidFill>
                  <a:srgbClr val="FEFEFE"/>
                </a:solidFill>
                <a:latin typeface="Microsoft Sans Serif"/>
                <a:cs typeface="Microsoft Sans Serif"/>
              </a:rPr>
              <a:t>OS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FEFEFE"/>
                </a:solidFill>
                <a:latin typeface="Malgun Gothic"/>
                <a:cs typeface="Malgun Gothic"/>
              </a:rPr>
              <a:t>통합</a:t>
            </a:r>
            <a:r>
              <a:rPr dirty="0" sz="850" spc="-12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20">
                <a:solidFill>
                  <a:srgbClr val="FEFEFE"/>
                </a:solidFill>
                <a:latin typeface="Microsoft Sans Serif"/>
                <a:cs typeface="Microsoft Sans Serif"/>
              </a:rPr>
              <a:t>API</a:t>
            </a:r>
            <a:r>
              <a:rPr dirty="0" sz="850" spc="7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FEFEF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8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45">
                <a:solidFill>
                  <a:srgbClr val="FEFEFE"/>
                </a:solidFill>
                <a:latin typeface="Malgun Gothic"/>
                <a:cs typeface="Malgun Gothic"/>
              </a:rPr>
              <a:t>클립보드</a:t>
            </a:r>
            <a:r>
              <a:rPr dirty="0" sz="850" spc="-10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70">
                <a:solidFill>
                  <a:srgbClr val="FEFEFE"/>
                </a:solidFill>
                <a:latin typeface="Malgun Gothic"/>
                <a:cs typeface="Malgun Gothic"/>
              </a:rPr>
              <a:t>관리</a:t>
            </a:r>
            <a:r>
              <a:rPr dirty="0" sz="850" spc="-3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95">
                <a:solidFill>
                  <a:srgbClr val="FEFEF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8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40">
                <a:solidFill>
                  <a:srgbClr val="FEFEFE"/>
                </a:solidFill>
                <a:latin typeface="Malgun Gothic"/>
                <a:cs typeface="Malgun Gothic"/>
              </a:rPr>
              <a:t>키보드</a:t>
            </a:r>
            <a:r>
              <a:rPr dirty="0" sz="850" spc="-10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50">
                <a:solidFill>
                  <a:srgbClr val="FEFEFE"/>
                </a:solidFill>
                <a:latin typeface="Malgun Gothic"/>
                <a:cs typeface="Malgun Gothic"/>
              </a:rPr>
              <a:t>에뮬레이션</a:t>
            </a:r>
            <a:r>
              <a:rPr dirty="0" sz="850" spc="-5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95">
                <a:solidFill>
                  <a:srgbClr val="FEFEF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8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LLM</a:t>
            </a:r>
            <a:r>
              <a:rPr dirty="0" sz="850" spc="1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FEFEFE"/>
                </a:solidFill>
                <a:latin typeface="Malgun Gothic"/>
                <a:cs typeface="Malgun Gothic"/>
              </a:rPr>
              <a:t>클라이언트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3136" y="5579972"/>
            <a:ext cx="151130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10">
                <a:solidFill>
                  <a:srgbClr val="FEFEFE"/>
                </a:solidFill>
                <a:latin typeface="Microsoft Sans Serif"/>
                <a:cs typeface="Microsoft Sans Serif"/>
              </a:rPr>
              <a:t>macOS:</a:t>
            </a:r>
            <a:r>
              <a:rPr dirty="0" sz="850" spc="4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Cocoa</a:t>
            </a:r>
            <a:r>
              <a:rPr dirty="0" sz="850" spc="2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60">
                <a:solidFill>
                  <a:srgbClr val="FEFEFE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-10">
                <a:solidFill>
                  <a:srgbClr val="FEFEFE"/>
                </a:solidFill>
                <a:latin typeface="Microsoft Sans Serif"/>
                <a:cs typeface="Microsoft Sans Serif"/>
              </a:rPr>
              <a:t> AXUIElement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3852" y="5579972"/>
            <a:ext cx="114046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Windows:</a:t>
            </a:r>
            <a:r>
              <a:rPr dirty="0" sz="850" spc="8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Win32</a:t>
            </a:r>
            <a:r>
              <a:rPr dirty="0" sz="850" spc="5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60">
                <a:solidFill>
                  <a:srgbClr val="FEFEFE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2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">
                <a:solidFill>
                  <a:srgbClr val="FEFEFE"/>
                </a:solidFill>
                <a:latin typeface="Microsoft Sans Serif"/>
                <a:cs typeface="Microsoft Sans Serif"/>
              </a:rPr>
              <a:t>UIA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24374" y="6035674"/>
            <a:ext cx="11112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93939E"/>
                </a:solidFill>
                <a:latin typeface="Times New Roman"/>
                <a:cs typeface="Times New Roman"/>
              </a:rPr>
              <a:t>↕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2924" y="6381749"/>
            <a:ext cx="3162300" cy="647700"/>
          </a:xfrm>
          <a:custGeom>
            <a:avLst/>
            <a:gdLst/>
            <a:ahLst/>
            <a:cxnLst/>
            <a:rect l="l" t="t" r="r" b="b"/>
            <a:pathLst>
              <a:path w="3162300" h="647700">
                <a:moveTo>
                  <a:pt x="3091102" y="647698"/>
                </a:moveTo>
                <a:lnTo>
                  <a:pt x="71196" y="647698"/>
                </a:lnTo>
                <a:lnTo>
                  <a:pt x="66241" y="647210"/>
                </a:lnTo>
                <a:lnTo>
                  <a:pt x="29705" y="632076"/>
                </a:lnTo>
                <a:lnTo>
                  <a:pt x="3885" y="596036"/>
                </a:lnTo>
                <a:lnTo>
                  <a:pt x="0" y="576503"/>
                </a:lnTo>
                <a:lnTo>
                  <a:pt x="0" y="571499"/>
                </a:lnTo>
                <a:lnTo>
                  <a:pt x="0" y="71195"/>
                </a:lnTo>
                <a:lnTo>
                  <a:pt x="15621" y="29702"/>
                </a:lnTo>
                <a:lnTo>
                  <a:pt x="51661" y="3883"/>
                </a:lnTo>
                <a:lnTo>
                  <a:pt x="71196" y="0"/>
                </a:lnTo>
                <a:lnTo>
                  <a:pt x="3091102" y="0"/>
                </a:lnTo>
                <a:lnTo>
                  <a:pt x="3132594" y="15619"/>
                </a:lnTo>
                <a:lnTo>
                  <a:pt x="3158413" y="51658"/>
                </a:lnTo>
                <a:lnTo>
                  <a:pt x="3162299" y="71195"/>
                </a:lnTo>
                <a:lnTo>
                  <a:pt x="3162299" y="576503"/>
                </a:lnTo>
                <a:lnTo>
                  <a:pt x="3146677" y="617992"/>
                </a:lnTo>
                <a:lnTo>
                  <a:pt x="3110637" y="643811"/>
                </a:lnTo>
                <a:lnTo>
                  <a:pt x="3096058" y="647210"/>
                </a:lnTo>
                <a:lnTo>
                  <a:pt x="3091102" y="647698"/>
                </a:lnTo>
                <a:close/>
              </a:path>
            </a:pathLst>
          </a:custGeom>
          <a:solidFill>
            <a:srgbClr val="EDEC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9648" y="6475119"/>
            <a:ext cx="551180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10">
                <a:latin typeface="Malgun Gothic"/>
                <a:cs typeface="Malgun Gothic"/>
              </a:rPr>
              <a:t>운영체제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9648" y="6742022"/>
            <a:ext cx="157988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170">
                <a:solidFill>
                  <a:srgbClr val="93939E"/>
                </a:solidFill>
                <a:latin typeface="Malgun Gothic"/>
                <a:cs typeface="Malgun Gothic"/>
              </a:rPr>
              <a:t>전역</a:t>
            </a:r>
            <a:r>
              <a:rPr dirty="0" sz="850" spc="-3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60">
                <a:solidFill>
                  <a:srgbClr val="93939E"/>
                </a:solidFill>
                <a:latin typeface="Malgun Gothic"/>
                <a:cs typeface="Malgun Gothic"/>
              </a:rPr>
              <a:t>단축키</a:t>
            </a:r>
            <a:r>
              <a:rPr dirty="0" sz="850" spc="-4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95">
                <a:solidFill>
                  <a:srgbClr val="93939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7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60">
                <a:solidFill>
                  <a:srgbClr val="93939E"/>
                </a:solidFill>
                <a:latin typeface="Malgun Gothic"/>
                <a:cs typeface="Malgun Gothic"/>
              </a:rPr>
              <a:t>접근성</a:t>
            </a:r>
            <a:r>
              <a:rPr dirty="0" sz="850" spc="-4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20">
                <a:solidFill>
                  <a:srgbClr val="93939E"/>
                </a:solidFill>
                <a:latin typeface="Microsoft Sans Serif"/>
                <a:cs typeface="Microsoft Sans Serif"/>
              </a:rPr>
              <a:t>API</a:t>
            </a:r>
            <a:r>
              <a:rPr dirty="0" sz="850" spc="6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93939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8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0">
                <a:solidFill>
                  <a:srgbClr val="93939E"/>
                </a:solidFill>
                <a:latin typeface="Malgun Gothic"/>
                <a:cs typeface="Malgun Gothic"/>
              </a:rPr>
              <a:t>클립보드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57624" y="6381749"/>
            <a:ext cx="3162300" cy="647700"/>
          </a:xfrm>
          <a:custGeom>
            <a:avLst/>
            <a:gdLst/>
            <a:ahLst/>
            <a:cxnLst/>
            <a:rect l="l" t="t" r="r" b="b"/>
            <a:pathLst>
              <a:path w="3162300" h="647700">
                <a:moveTo>
                  <a:pt x="3091102" y="647698"/>
                </a:moveTo>
                <a:lnTo>
                  <a:pt x="71196" y="647698"/>
                </a:lnTo>
                <a:lnTo>
                  <a:pt x="66241" y="647210"/>
                </a:lnTo>
                <a:lnTo>
                  <a:pt x="29704" y="632076"/>
                </a:lnTo>
                <a:lnTo>
                  <a:pt x="3885" y="596036"/>
                </a:lnTo>
                <a:lnTo>
                  <a:pt x="0" y="576503"/>
                </a:lnTo>
                <a:lnTo>
                  <a:pt x="0" y="571499"/>
                </a:lnTo>
                <a:lnTo>
                  <a:pt x="0" y="71195"/>
                </a:lnTo>
                <a:lnTo>
                  <a:pt x="15621" y="29702"/>
                </a:lnTo>
                <a:lnTo>
                  <a:pt x="51661" y="3883"/>
                </a:lnTo>
                <a:lnTo>
                  <a:pt x="71196" y="0"/>
                </a:lnTo>
                <a:lnTo>
                  <a:pt x="3091102" y="0"/>
                </a:lnTo>
                <a:lnTo>
                  <a:pt x="3132593" y="15619"/>
                </a:lnTo>
                <a:lnTo>
                  <a:pt x="3158413" y="51658"/>
                </a:lnTo>
                <a:lnTo>
                  <a:pt x="3162299" y="71195"/>
                </a:lnTo>
                <a:lnTo>
                  <a:pt x="3162299" y="576503"/>
                </a:lnTo>
                <a:lnTo>
                  <a:pt x="3146677" y="617992"/>
                </a:lnTo>
                <a:lnTo>
                  <a:pt x="3110637" y="643811"/>
                </a:lnTo>
                <a:lnTo>
                  <a:pt x="3096057" y="647210"/>
                </a:lnTo>
                <a:lnTo>
                  <a:pt x="3091102" y="647698"/>
                </a:lnTo>
                <a:close/>
              </a:path>
            </a:pathLst>
          </a:custGeom>
          <a:solidFill>
            <a:srgbClr val="EDEC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995836" y="6363602"/>
            <a:ext cx="2227580" cy="53975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00" spc="-10">
                <a:latin typeface="Microsoft Sans Serif"/>
                <a:cs typeface="Microsoft Sans Serif"/>
              </a:rPr>
              <a:t>AI</a:t>
            </a:r>
            <a:r>
              <a:rPr dirty="0" sz="1300" spc="-75">
                <a:latin typeface="Microsoft Sans Serif"/>
                <a:cs typeface="Microsoft Sans Serif"/>
              </a:rPr>
              <a:t> </a:t>
            </a:r>
            <a:r>
              <a:rPr dirty="0" sz="1250" spc="-195">
                <a:latin typeface="Malgun Gothic"/>
                <a:cs typeface="Malgun Gothic"/>
              </a:rPr>
              <a:t>제공사</a:t>
            </a:r>
            <a:r>
              <a:rPr dirty="0" sz="1250" spc="-204">
                <a:latin typeface="Malgun Gothic"/>
                <a:cs typeface="Malgun Gothic"/>
              </a:rPr>
              <a:t> </a:t>
            </a:r>
            <a:r>
              <a:rPr dirty="0" sz="1300" spc="-25">
                <a:latin typeface="Microsoft Sans Serif"/>
                <a:cs typeface="Microsoft Sans Serif"/>
              </a:rPr>
              <a:t>API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Github</a:t>
            </a:r>
            <a:r>
              <a:rPr dirty="0" sz="850" spc="3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Copilot</a:t>
            </a:r>
            <a:r>
              <a:rPr dirty="0" sz="850" spc="2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93939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11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93939E"/>
                </a:solidFill>
                <a:latin typeface="Microsoft Sans Serif"/>
                <a:cs typeface="Microsoft Sans Serif"/>
              </a:rPr>
              <a:t>AWS</a:t>
            </a:r>
            <a:r>
              <a:rPr dirty="0" sz="850" spc="3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Bedrock</a:t>
            </a:r>
            <a:r>
              <a:rPr dirty="0" sz="850" spc="-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93939E"/>
                </a:solidFill>
                <a:latin typeface="Microsoft Sans Serif"/>
                <a:cs typeface="Microsoft Sans Serif"/>
              </a:rPr>
              <a:t>•</a:t>
            </a:r>
            <a:r>
              <a:rPr dirty="0" sz="850" spc="114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much</a:t>
            </a:r>
            <a:r>
              <a:rPr dirty="0" sz="850" spc="6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93939E"/>
                </a:solidFill>
                <a:latin typeface="Microsoft Sans Serif"/>
                <a:cs typeface="Microsoft Sans Serif"/>
              </a:rPr>
              <a:t>more!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7248" y="7288097"/>
            <a:ext cx="1551940" cy="363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450">
                <a:latin typeface="Malgun Gothic"/>
                <a:cs typeface="Malgun Gothic"/>
              </a:rPr>
              <a:t>핵심</a:t>
            </a:r>
            <a:r>
              <a:rPr dirty="0" sz="2200" spc="-145">
                <a:latin typeface="Malgun Gothic"/>
                <a:cs typeface="Malgun Gothic"/>
              </a:rPr>
              <a:t> </a:t>
            </a:r>
            <a:r>
              <a:rPr dirty="0" sz="2200" spc="-365">
                <a:latin typeface="Malgun Gothic"/>
                <a:cs typeface="Malgun Gothic"/>
              </a:rPr>
              <a:t>기술</a:t>
            </a:r>
            <a:r>
              <a:rPr dirty="0" sz="2200" spc="-310">
                <a:latin typeface="Malgun Gothic"/>
                <a:cs typeface="Malgun Gothic"/>
              </a:rPr>
              <a:t> </a:t>
            </a:r>
            <a:r>
              <a:rPr dirty="0" sz="2150" spc="-340">
                <a:latin typeface="Malgun Gothic"/>
                <a:cs typeface="Malgun Gothic"/>
              </a:rPr>
              <a:t>요소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7687" y="7920036"/>
            <a:ext cx="3152775" cy="1552575"/>
          </a:xfrm>
          <a:custGeom>
            <a:avLst/>
            <a:gdLst/>
            <a:ahLst/>
            <a:cxnLst/>
            <a:rect l="l" t="t" r="r" b="b"/>
            <a:pathLst>
              <a:path w="3152775" h="1552575">
                <a:moveTo>
                  <a:pt x="0" y="1347787"/>
                </a:moveTo>
                <a:lnTo>
                  <a:pt x="0" y="204787"/>
                </a:lnTo>
                <a:lnTo>
                  <a:pt x="0" y="198080"/>
                </a:lnTo>
                <a:lnTo>
                  <a:pt x="328" y="191389"/>
                </a:lnTo>
                <a:lnTo>
                  <a:pt x="986" y="184714"/>
                </a:lnTo>
                <a:lnTo>
                  <a:pt x="1643" y="178039"/>
                </a:lnTo>
                <a:lnTo>
                  <a:pt x="2626" y="171411"/>
                </a:lnTo>
                <a:lnTo>
                  <a:pt x="3934" y="164832"/>
                </a:lnTo>
                <a:lnTo>
                  <a:pt x="5243" y="158255"/>
                </a:lnTo>
                <a:lnTo>
                  <a:pt x="6871" y="151757"/>
                </a:lnTo>
                <a:lnTo>
                  <a:pt x="8818" y="145339"/>
                </a:lnTo>
                <a:lnTo>
                  <a:pt x="10764" y="138920"/>
                </a:lnTo>
                <a:lnTo>
                  <a:pt x="27342" y="102334"/>
                </a:lnTo>
                <a:lnTo>
                  <a:pt x="46484" y="74870"/>
                </a:lnTo>
                <a:lnTo>
                  <a:pt x="50739" y="69684"/>
                </a:lnTo>
                <a:lnTo>
                  <a:pt x="80056" y="42229"/>
                </a:lnTo>
                <a:lnTo>
                  <a:pt x="91013" y="34510"/>
                </a:lnTo>
                <a:lnTo>
                  <a:pt x="96590" y="30783"/>
                </a:lnTo>
                <a:lnTo>
                  <a:pt x="102336" y="27340"/>
                </a:lnTo>
                <a:lnTo>
                  <a:pt x="108251" y="24179"/>
                </a:lnTo>
                <a:lnTo>
                  <a:pt x="114166" y="21016"/>
                </a:lnTo>
                <a:lnTo>
                  <a:pt x="145340" y="8819"/>
                </a:lnTo>
                <a:lnTo>
                  <a:pt x="151759" y="6871"/>
                </a:lnTo>
                <a:lnTo>
                  <a:pt x="191389" y="328"/>
                </a:lnTo>
                <a:lnTo>
                  <a:pt x="198080" y="0"/>
                </a:lnTo>
                <a:lnTo>
                  <a:pt x="204787" y="0"/>
                </a:lnTo>
                <a:lnTo>
                  <a:pt x="2947987" y="0"/>
                </a:lnTo>
                <a:lnTo>
                  <a:pt x="2954694" y="0"/>
                </a:lnTo>
                <a:lnTo>
                  <a:pt x="2961385" y="328"/>
                </a:lnTo>
                <a:lnTo>
                  <a:pt x="2968059" y="985"/>
                </a:lnTo>
                <a:lnTo>
                  <a:pt x="2974734" y="1643"/>
                </a:lnTo>
                <a:lnTo>
                  <a:pt x="3007433" y="8818"/>
                </a:lnTo>
                <a:lnTo>
                  <a:pt x="3013852" y="10765"/>
                </a:lnTo>
                <a:lnTo>
                  <a:pt x="3044522" y="24179"/>
                </a:lnTo>
                <a:lnTo>
                  <a:pt x="3050438" y="27340"/>
                </a:lnTo>
                <a:lnTo>
                  <a:pt x="3056184" y="30783"/>
                </a:lnTo>
                <a:lnTo>
                  <a:pt x="3061760" y="34510"/>
                </a:lnTo>
                <a:lnTo>
                  <a:pt x="3067337" y="38237"/>
                </a:lnTo>
                <a:lnTo>
                  <a:pt x="3097535" y="64721"/>
                </a:lnTo>
                <a:lnTo>
                  <a:pt x="3106289" y="74871"/>
                </a:lnTo>
                <a:lnTo>
                  <a:pt x="3110544" y="80055"/>
                </a:lnTo>
                <a:lnTo>
                  <a:pt x="3131755" y="114163"/>
                </a:lnTo>
                <a:lnTo>
                  <a:pt x="3137185" y="126415"/>
                </a:lnTo>
                <a:lnTo>
                  <a:pt x="3139752" y="132612"/>
                </a:lnTo>
                <a:lnTo>
                  <a:pt x="3148839" y="164833"/>
                </a:lnTo>
                <a:lnTo>
                  <a:pt x="3150148" y="171412"/>
                </a:lnTo>
                <a:lnTo>
                  <a:pt x="3151131" y="178040"/>
                </a:lnTo>
                <a:lnTo>
                  <a:pt x="3151788" y="184715"/>
                </a:lnTo>
                <a:lnTo>
                  <a:pt x="3152446" y="191390"/>
                </a:lnTo>
                <a:lnTo>
                  <a:pt x="3152775" y="198080"/>
                </a:lnTo>
                <a:lnTo>
                  <a:pt x="3152774" y="204787"/>
                </a:lnTo>
                <a:lnTo>
                  <a:pt x="3152774" y="1347787"/>
                </a:lnTo>
                <a:lnTo>
                  <a:pt x="3152775" y="1354493"/>
                </a:lnTo>
                <a:lnTo>
                  <a:pt x="3152446" y="1361184"/>
                </a:lnTo>
                <a:lnTo>
                  <a:pt x="3151788" y="1367858"/>
                </a:lnTo>
                <a:lnTo>
                  <a:pt x="3151131" y="1374534"/>
                </a:lnTo>
                <a:lnTo>
                  <a:pt x="3150148" y="1381160"/>
                </a:lnTo>
                <a:lnTo>
                  <a:pt x="3148839" y="1387738"/>
                </a:lnTo>
                <a:lnTo>
                  <a:pt x="3147530" y="1394317"/>
                </a:lnTo>
                <a:lnTo>
                  <a:pt x="3145903" y="1400814"/>
                </a:lnTo>
                <a:lnTo>
                  <a:pt x="3143956" y="1407232"/>
                </a:lnTo>
                <a:lnTo>
                  <a:pt x="3142009" y="1413650"/>
                </a:lnTo>
                <a:lnTo>
                  <a:pt x="3139752" y="1419957"/>
                </a:lnTo>
                <a:lnTo>
                  <a:pt x="3137185" y="1426154"/>
                </a:lnTo>
                <a:lnTo>
                  <a:pt x="3134619" y="1432352"/>
                </a:lnTo>
                <a:lnTo>
                  <a:pt x="3114534" y="1467135"/>
                </a:lnTo>
                <a:lnTo>
                  <a:pt x="3088051" y="1497333"/>
                </a:lnTo>
                <a:lnTo>
                  <a:pt x="3056184" y="1521788"/>
                </a:lnTo>
                <a:lnTo>
                  <a:pt x="3044522" y="1528392"/>
                </a:lnTo>
                <a:lnTo>
                  <a:pt x="3038607" y="1531555"/>
                </a:lnTo>
                <a:lnTo>
                  <a:pt x="3032552" y="1534418"/>
                </a:lnTo>
                <a:lnTo>
                  <a:pt x="3026355" y="1536982"/>
                </a:lnTo>
                <a:lnTo>
                  <a:pt x="3020159" y="1539552"/>
                </a:lnTo>
                <a:lnTo>
                  <a:pt x="3013852" y="1541810"/>
                </a:lnTo>
                <a:lnTo>
                  <a:pt x="3007433" y="1543756"/>
                </a:lnTo>
                <a:lnTo>
                  <a:pt x="3001015" y="1545703"/>
                </a:lnTo>
                <a:lnTo>
                  <a:pt x="2994517" y="1547331"/>
                </a:lnTo>
                <a:lnTo>
                  <a:pt x="2987938" y="1548638"/>
                </a:lnTo>
                <a:lnTo>
                  <a:pt x="2981361" y="1549946"/>
                </a:lnTo>
                <a:lnTo>
                  <a:pt x="2974734" y="1550930"/>
                </a:lnTo>
                <a:lnTo>
                  <a:pt x="2968059" y="1551589"/>
                </a:lnTo>
                <a:lnTo>
                  <a:pt x="2961385" y="1552247"/>
                </a:lnTo>
                <a:lnTo>
                  <a:pt x="2954694" y="1552574"/>
                </a:lnTo>
                <a:lnTo>
                  <a:pt x="2947987" y="1552574"/>
                </a:lnTo>
                <a:lnTo>
                  <a:pt x="204787" y="1552574"/>
                </a:lnTo>
                <a:lnTo>
                  <a:pt x="198080" y="1552574"/>
                </a:lnTo>
                <a:lnTo>
                  <a:pt x="191389" y="1552247"/>
                </a:lnTo>
                <a:lnTo>
                  <a:pt x="184714" y="1551589"/>
                </a:lnTo>
                <a:lnTo>
                  <a:pt x="178040" y="1550930"/>
                </a:lnTo>
                <a:lnTo>
                  <a:pt x="171413" y="1549946"/>
                </a:lnTo>
                <a:lnTo>
                  <a:pt x="164835" y="1548638"/>
                </a:lnTo>
                <a:lnTo>
                  <a:pt x="158257" y="1547331"/>
                </a:lnTo>
                <a:lnTo>
                  <a:pt x="151759" y="1545703"/>
                </a:lnTo>
                <a:lnTo>
                  <a:pt x="145340" y="1543756"/>
                </a:lnTo>
                <a:lnTo>
                  <a:pt x="138922" y="1541810"/>
                </a:lnTo>
                <a:lnTo>
                  <a:pt x="132615" y="1539552"/>
                </a:lnTo>
                <a:lnTo>
                  <a:pt x="126418" y="1536982"/>
                </a:lnTo>
                <a:lnTo>
                  <a:pt x="120222" y="1534418"/>
                </a:lnTo>
                <a:lnTo>
                  <a:pt x="91013" y="1518058"/>
                </a:lnTo>
                <a:lnTo>
                  <a:pt x="85436" y="1514331"/>
                </a:lnTo>
                <a:lnTo>
                  <a:pt x="55238" y="1487850"/>
                </a:lnTo>
                <a:lnTo>
                  <a:pt x="46484" y="1477700"/>
                </a:lnTo>
                <a:lnTo>
                  <a:pt x="42229" y="1472517"/>
                </a:lnTo>
                <a:lnTo>
                  <a:pt x="21019" y="1438407"/>
                </a:lnTo>
                <a:lnTo>
                  <a:pt x="15588" y="1426154"/>
                </a:lnTo>
                <a:lnTo>
                  <a:pt x="13021" y="1419957"/>
                </a:lnTo>
                <a:lnTo>
                  <a:pt x="3934" y="1387738"/>
                </a:lnTo>
                <a:lnTo>
                  <a:pt x="2626" y="1381160"/>
                </a:lnTo>
                <a:lnTo>
                  <a:pt x="1643" y="1374534"/>
                </a:lnTo>
                <a:lnTo>
                  <a:pt x="986" y="1367858"/>
                </a:lnTo>
                <a:lnTo>
                  <a:pt x="328" y="1361184"/>
                </a:lnTo>
                <a:lnTo>
                  <a:pt x="0" y="1354493"/>
                </a:lnTo>
                <a:lnTo>
                  <a:pt x="0" y="1347787"/>
                </a:lnTo>
                <a:close/>
              </a:path>
            </a:pathLst>
          </a:custGeom>
          <a:ln w="9524">
            <a:solidFill>
              <a:srgbClr val="D9D9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27273" y="8082787"/>
            <a:ext cx="1901189" cy="4870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60">
                <a:latin typeface="Malgun Gothic"/>
                <a:cs typeface="Malgun Gothic"/>
              </a:rPr>
              <a:t>텍스트</a:t>
            </a:r>
            <a:r>
              <a:rPr dirty="0" sz="1550" spc="-235">
                <a:latin typeface="Malgun Gothic"/>
                <a:cs typeface="Malgun Gothic"/>
              </a:rPr>
              <a:t> </a:t>
            </a:r>
            <a:r>
              <a:rPr dirty="0" sz="1550" spc="-295">
                <a:latin typeface="Malgun Gothic"/>
                <a:cs typeface="Malgun Gothic"/>
              </a:rPr>
              <a:t>캡처</a:t>
            </a:r>
            <a:r>
              <a:rPr dirty="0" sz="1550" spc="-110">
                <a:latin typeface="Malgun Gothic"/>
                <a:cs typeface="Malgun Gothic"/>
              </a:rPr>
              <a:t> </a:t>
            </a:r>
            <a:r>
              <a:rPr dirty="0" sz="1550" spc="-285">
                <a:latin typeface="Malgun Gothic"/>
                <a:cs typeface="Malgun Gothic"/>
              </a:rPr>
              <a:t>메커니즘</a:t>
            </a:r>
            <a:endParaRPr sz="1550">
              <a:latin typeface="Malgun Gothic"/>
              <a:cs typeface="Malgun Gothic"/>
            </a:endParaRPr>
          </a:p>
          <a:p>
            <a:pPr marL="164465">
              <a:lnSpc>
                <a:spcPct val="100000"/>
              </a:lnSpc>
              <a:spcBef>
                <a:spcPts val="715"/>
              </a:spcBef>
            </a:pPr>
            <a:r>
              <a:rPr dirty="0" sz="850" spc="-160">
                <a:solidFill>
                  <a:srgbClr val="202020"/>
                </a:solidFill>
                <a:latin typeface="Malgun Gothic"/>
                <a:cs typeface="Malgun Gothic"/>
              </a:rPr>
              <a:t>접근성</a:t>
            </a:r>
            <a:r>
              <a:rPr dirty="0" sz="850" spc="-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55">
                <a:solidFill>
                  <a:srgbClr val="202020"/>
                </a:solidFill>
                <a:latin typeface="Microsoft Sans Serif"/>
                <a:cs typeface="Microsoft Sans Serif"/>
              </a:rPr>
              <a:t>API</a:t>
            </a:r>
            <a:r>
              <a:rPr dirty="0" sz="850" spc="-55">
                <a:solidFill>
                  <a:srgbClr val="202020"/>
                </a:solidFill>
                <a:latin typeface="Malgun Gothic"/>
                <a:cs typeface="Malgun Gothic"/>
              </a:rPr>
              <a:t>를</a:t>
            </a:r>
            <a:r>
              <a:rPr dirty="0" sz="850" spc="-9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25">
                <a:solidFill>
                  <a:srgbClr val="202020"/>
                </a:solidFill>
                <a:latin typeface="Malgun Gothic"/>
                <a:cs typeface="Malgun Gothic"/>
              </a:rPr>
              <a:t>통한</a:t>
            </a:r>
            <a:r>
              <a:rPr dirty="0" sz="850" spc="-10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65">
                <a:solidFill>
                  <a:srgbClr val="202020"/>
                </a:solidFill>
                <a:latin typeface="Malgun Gothic"/>
                <a:cs typeface="Malgun Gothic"/>
              </a:rPr>
              <a:t>직접</a:t>
            </a:r>
            <a:r>
              <a:rPr dirty="0" sz="850" spc="-1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40">
                <a:solidFill>
                  <a:srgbClr val="202020"/>
                </a:solidFill>
                <a:latin typeface="Malgun Gothic"/>
                <a:cs typeface="Malgun Gothic"/>
              </a:rPr>
              <a:t>텍스트</a:t>
            </a:r>
            <a:r>
              <a:rPr dirty="0" sz="85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202020"/>
                </a:solidFill>
                <a:latin typeface="Malgun Gothic"/>
                <a:cs typeface="Malgun Gothic"/>
              </a:rPr>
              <a:t>접근</a:t>
            </a:r>
            <a:r>
              <a:rPr dirty="0" sz="850" spc="-9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35">
                <a:solidFill>
                  <a:srgbClr val="202020"/>
                </a:solidFill>
                <a:latin typeface="Microsoft Sans Serif"/>
                <a:cs typeface="Microsoft Sans Serif"/>
              </a:rPr>
              <a:t>(1</a:t>
            </a:r>
            <a:r>
              <a:rPr dirty="0" sz="850" spc="-35">
                <a:solidFill>
                  <a:srgbClr val="202020"/>
                </a:solidFill>
                <a:latin typeface="Malgun Gothic"/>
                <a:cs typeface="Malgun Gothic"/>
              </a:rPr>
              <a:t>차</a:t>
            </a:r>
            <a:r>
              <a:rPr dirty="0" sz="850" spc="-35">
                <a:solidFill>
                  <a:srgbClr val="202020"/>
                </a:solidFill>
                <a:latin typeface="Microsoft Sans Serif"/>
                <a:cs typeface="Microsoft Sans Serif"/>
              </a:rPr>
              <a:t>)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62387" y="7920036"/>
            <a:ext cx="3152775" cy="1552575"/>
          </a:xfrm>
          <a:custGeom>
            <a:avLst/>
            <a:gdLst/>
            <a:ahLst/>
            <a:cxnLst/>
            <a:rect l="l" t="t" r="r" b="b"/>
            <a:pathLst>
              <a:path w="3152775" h="1552575">
                <a:moveTo>
                  <a:pt x="0" y="1347787"/>
                </a:moveTo>
                <a:lnTo>
                  <a:pt x="0" y="204787"/>
                </a:lnTo>
                <a:lnTo>
                  <a:pt x="0" y="198080"/>
                </a:lnTo>
                <a:lnTo>
                  <a:pt x="328" y="191389"/>
                </a:lnTo>
                <a:lnTo>
                  <a:pt x="986" y="184714"/>
                </a:lnTo>
                <a:lnTo>
                  <a:pt x="1643" y="178039"/>
                </a:lnTo>
                <a:lnTo>
                  <a:pt x="2626" y="171411"/>
                </a:lnTo>
                <a:lnTo>
                  <a:pt x="3934" y="164832"/>
                </a:lnTo>
                <a:lnTo>
                  <a:pt x="5243" y="158255"/>
                </a:lnTo>
                <a:lnTo>
                  <a:pt x="6871" y="151757"/>
                </a:lnTo>
                <a:lnTo>
                  <a:pt x="8817" y="145339"/>
                </a:lnTo>
                <a:lnTo>
                  <a:pt x="10764" y="138920"/>
                </a:lnTo>
                <a:lnTo>
                  <a:pt x="27342" y="102334"/>
                </a:lnTo>
                <a:lnTo>
                  <a:pt x="46484" y="74870"/>
                </a:lnTo>
                <a:lnTo>
                  <a:pt x="50739" y="69684"/>
                </a:lnTo>
                <a:lnTo>
                  <a:pt x="80056" y="42229"/>
                </a:lnTo>
                <a:lnTo>
                  <a:pt x="91013" y="34510"/>
                </a:lnTo>
                <a:lnTo>
                  <a:pt x="96590" y="30783"/>
                </a:lnTo>
                <a:lnTo>
                  <a:pt x="102336" y="27340"/>
                </a:lnTo>
                <a:lnTo>
                  <a:pt x="108251" y="24179"/>
                </a:lnTo>
                <a:lnTo>
                  <a:pt x="114166" y="21016"/>
                </a:lnTo>
                <a:lnTo>
                  <a:pt x="145340" y="8819"/>
                </a:lnTo>
                <a:lnTo>
                  <a:pt x="151759" y="6871"/>
                </a:lnTo>
                <a:lnTo>
                  <a:pt x="184714" y="985"/>
                </a:lnTo>
                <a:lnTo>
                  <a:pt x="191389" y="328"/>
                </a:lnTo>
                <a:lnTo>
                  <a:pt x="198080" y="0"/>
                </a:lnTo>
                <a:lnTo>
                  <a:pt x="204787" y="0"/>
                </a:lnTo>
                <a:lnTo>
                  <a:pt x="2947987" y="0"/>
                </a:lnTo>
                <a:lnTo>
                  <a:pt x="2954694" y="0"/>
                </a:lnTo>
                <a:lnTo>
                  <a:pt x="2961384" y="328"/>
                </a:lnTo>
                <a:lnTo>
                  <a:pt x="3001014" y="6871"/>
                </a:lnTo>
                <a:lnTo>
                  <a:pt x="3007433" y="8818"/>
                </a:lnTo>
                <a:lnTo>
                  <a:pt x="3013851" y="10765"/>
                </a:lnTo>
                <a:lnTo>
                  <a:pt x="3044522" y="24179"/>
                </a:lnTo>
                <a:lnTo>
                  <a:pt x="3050437" y="27340"/>
                </a:lnTo>
                <a:lnTo>
                  <a:pt x="3056184" y="30783"/>
                </a:lnTo>
                <a:lnTo>
                  <a:pt x="3061760" y="34510"/>
                </a:lnTo>
                <a:lnTo>
                  <a:pt x="3067337" y="38237"/>
                </a:lnTo>
                <a:lnTo>
                  <a:pt x="3097536" y="64721"/>
                </a:lnTo>
                <a:lnTo>
                  <a:pt x="3106289" y="74871"/>
                </a:lnTo>
                <a:lnTo>
                  <a:pt x="3110544" y="80055"/>
                </a:lnTo>
                <a:lnTo>
                  <a:pt x="3131755" y="114163"/>
                </a:lnTo>
                <a:lnTo>
                  <a:pt x="3137185" y="126415"/>
                </a:lnTo>
                <a:lnTo>
                  <a:pt x="3139752" y="132612"/>
                </a:lnTo>
                <a:lnTo>
                  <a:pt x="3142009" y="138920"/>
                </a:lnTo>
                <a:lnTo>
                  <a:pt x="3143956" y="145339"/>
                </a:lnTo>
                <a:lnTo>
                  <a:pt x="3145903" y="151757"/>
                </a:lnTo>
                <a:lnTo>
                  <a:pt x="3151788" y="184715"/>
                </a:lnTo>
                <a:lnTo>
                  <a:pt x="3152446" y="191390"/>
                </a:lnTo>
                <a:lnTo>
                  <a:pt x="3152775" y="198080"/>
                </a:lnTo>
                <a:lnTo>
                  <a:pt x="3152774" y="204787"/>
                </a:lnTo>
                <a:lnTo>
                  <a:pt x="3152774" y="1347787"/>
                </a:lnTo>
                <a:lnTo>
                  <a:pt x="3152775" y="1354493"/>
                </a:lnTo>
                <a:lnTo>
                  <a:pt x="3152446" y="1361184"/>
                </a:lnTo>
                <a:lnTo>
                  <a:pt x="3151789" y="1367858"/>
                </a:lnTo>
                <a:lnTo>
                  <a:pt x="3151131" y="1374534"/>
                </a:lnTo>
                <a:lnTo>
                  <a:pt x="3150148" y="1381160"/>
                </a:lnTo>
                <a:lnTo>
                  <a:pt x="3148839" y="1387738"/>
                </a:lnTo>
                <a:lnTo>
                  <a:pt x="3147530" y="1394317"/>
                </a:lnTo>
                <a:lnTo>
                  <a:pt x="3137184" y="1426154"/>
                </a:lnTo>
                <a:lnTo>
                  <a:pt x="3134618" y="1432352"/>
                </a:lnTo>
                <a:lnTo>
                  <a:pt x="3114535" y="1467135"/>
                </a:lnTo>
                <a:lnTo>
                  <a:pt x="3088050" y="1497333"/>
                </a:lnTo>
                <a:lnTo>
                  <a:pt x="3056184" y="1521788"/>
                </a:lnTo>
                <a:lnTo>
                  <a:pt x="3044523" y="1528392"/>
                </a:lnTo>
                <a:lnTo>
                  <a:pt x="3038607" y="1531555"/>
                </a:lnTo>
                <a:lnTo>
                  <a:pt x="3032551" y="1534418"/>
                </a:lnTo>
                <a:lnTo>
                  <a:pt x="3026355" y="1536982"/>
                </a:lnTo>
                <a:lnTo>
                  <a:pt x="3020158" y="1539552"/>
                </a:lnTo>
                <a:lnTo>
                  <a:pt x="3013851" y="1541810"/>
                </a:lnTo>
                <a:lnTo>
                  <a:pt x="3007433" y="1543756"/>
                </a:lnTo>
                <a:lnTo>
                  <a:pt x="3001014" y="1545703"/>
                </a:lnTo>
                <a:lnTo>
                  <a:pt x="2994516" y="1547331"/>
                </a:lnTo>
                <a:lnTo>
                  <a:pt x="2987938" y="1548638"/>
                </a:lnTo>
                <a:lnTo>
                  <a:pt x="2981360" y="1549946"/>
                </a:lnTo>
                <a:lnTo>
                  <a:pt x="2974734" y="1550930"/>
                </a:lnTo>
                <a:lnTo>
                  <a:pt x="2968059" y="1551589"/>
                </a:lnTo>
                <a:lnTo>
                  <a:pt x="2961385" y="1552247"/>
                </a:lnTo>
                <a:lnTo>
                  <a:pt x="2954694" y="1552574"/>
                </a:lnTo>
                <a:lnTo>
                  <a:pt x="2947987" y="1552574"/>
                </a:lnTo>
                <a:lnTo>
                  <a:pt x="204787" y="1552574"/>
                </a:lnTo>
                <a:lnTo>
                  <a:pt x="198080" y="1552574"/>
                </a:lnTo>
                <a:lnTo>
                  <a:pt x="191389" y="1552247"/>
                </a:lnTo>
                <a:lnTo>
                  <a:pt x="184714" y="1551589"/>
                </a:lnTo>
                <a:lnTo>
                  <a:pt x="178039" y="1550930"/>
                </a:lnTo>
                <a:lnTo>
                  <a:pt x="171413" y="1549946"/>
                </a:lnTo>
                <a:lnTo>
                  <a:pt x="164834" y="1548638"/>
                </a:lnTo>
                <a:lnTo>
                  <a:pt x="158257" y="1547331"/>
                </a:lnTo>
                <a:lnTo>
                  <a:pt x="151759" y="1545703"/>
                </a:lnTo>
                <a:lnTo>
                  <a:pt x="145340" y="1543756"/>
                </a:lnTo>
                <a:lnTo>
                  <a:pt x="138922" y="1541810"/>
                </a:lnTo>
                <a:lnTo>
                  <a:pt x="132614" y="1539552"/>
                </a:lnTo>
                <a:lnTo>
                  <a:pt x="126418" y="1536982"/>
                </a:lnTo>
                <a:lnTo>
                  <a:pt x="120221" y="1534418"/>
                </a:lnTo>
                <a:lnTo>
                  <a:pt x="91013" y="1518058"/>
                </a:lnTo>
                <a:lnTo>
                  <a:pt x="85436" y="1514331"/>
                </a:lnTo>
                <a:lnTo>
                  <a:pt x="55238" y="1487850"/>
                </a:lnTo>
                <a:lnTo>
                  <a:pt x="46484" y="1477700"/>
                </a:lnTo>
                <a:lnTo>
                  <a:pt x="42229" y="1472517"/>
                </a:lnTo>
                <a:lnTo>
                  <a:pt x="21018" y="1438407"/>
                </a:lnTo>
                <a:lnTo>
                  <a:pt x="15588" y="1426154"/>
                </a:lnTo>
                <a:lnTo>
                  <a:pt x="13021" y="1419957"/>
                </a:lnTo>
                <a:lnTo>
                  <a:pt x="2626" y="1381160"/>
                </a:lnTo>
                <a:lnTo>
                  <a:pt x="986" y="1367858"/>
                </a:lnTo>
                <a:lnTo>
                  <a:pt x="328" y="1361184"/>
                </a:lnTo>
                <a:lnTo>
                  <a:pt x="0" y="1354493"/>
                </a:lnTo>
                <a:lnTo>
                  <a:pt x="0" y="1347787"/>
                </a:lnTo>
                <a:close/>
              </a:path>
            </a:pathLst>
          </a:custGeom>
          <a:ln w="9524">
            <a:solidFill>
              <a:srgbClr val="D9D9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43461" y="8082787"/>
            <a:ext cx="2152650" cy="4870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85">
                <a:latin typeface="Malgun Gothic"/>
                <a:cs typeface="Malgun Gothic"/>
              </a:rPr>
              <a:t>오버레이</a:t>
            </a:r>
            <a:r>
              <a:rPr dirty="0" sz="1550" spc="-120">
                <a:latin typeface="Malgun Gothic"/>
                <a:cs typeface="Malgun Gothic"/>
              </a:rPr>
              <a:t> </a:t>
            </a:r>
            <a:r>
              <a:rPr dirty="0" sz="1550" spc="-295">
                <a:latin typeface="Malgun Gothic"/>
                <a:cs typeface="Malgun Gothic"/>
              </a:rPr>
              <a:t>위치</a:t>
            </a:r>
            <a:r>
              <a:rPr dirty="0" sz="1550" spc="-130">
                <a:latin typeface="Malgun Gothic"/>
                <a:cs typeface="Malgun Gothic"/>
              </a:rPr>
              <a:t> </a:t>
            </a:r>
            <a:r>
              <a:rPr dirty="0" sz="1550" spc="-325">
                <a:latin typeface="Malgun Gothic"/>
                <a:cs typeface="Malgun Gothic"/>
              </a:rPr>
              <a:t>제어</a:t>
            </a:r>
            <a:endParaRPr sz="1550">
              <a:latin typeface="Malgun Gothic"/>
              <a:cs typeface="Malgun Gothic"/>
            </a:endParaRPr>
          </a:p>
          <a:p>
            <a:pPr marL="164465">
              <a:lnSpc>
                <a:spcPct val="100000"/>
              </a:lnSpc>
              <a:spcBef>
                <a:spcPts val="715"/>
              </a:spcBef>
            </a:pPr>
            <a:r>
              <a:rPr dirty="0" sz="850">
                <a:solidFill>
                  <a:srgbClr val="202020"/>
                </a:solidFill>
                <a:latin typeface="Microsoft Sans Serif"/>
                <a:cs typeface="Microsoft Sans Serif"/>
              </a:rPr>
              <a:t>Win32</a:t>
            </a:r>
            <a:r>
              <a:rPr dirty="0" sz="850" spc="5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202020"/>
                </a:solidFill>
                <a:latin typeface="Microsoft Sans Serif"/>
                <a:cs typeface="Microsoft Sans Serif"/>
              </a:rPr>
              <a:t>GetGUIThreadInfo</a:t>
            </a:r>
            <a:r>
              <a:rPr dirty="0" sz="850" spc="-10">
                <a:solidFill>
                  <a:srgbClr val="202020"/>
                </a:solidFill>
                <a:latin typeface="Malgun Gothic"/>
                <a:cs typeface="Malgun Gothic"/>
              </a:rPr>
              <a:t>로</a:t>
            </a:r>
            <a:r>
              <a:rPr dirty="0" sz="850" spc="-8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45">
                <a:solidFill>
                  <a:srgbClr val="202020"/>
                </a:solidFill>
                <a:latin typeface="Malgun Gothic"/>
                <a:cs typeface="Malgun Gothic"/>
              </a:rPr>
              <a:t>캐럿</a:t>
            </a:r>
            <a:r>
              <a:rPr dirty="0" sz="850" spc="-5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202020"/>
                </a:solidFill>
                <a:latin typeface="Malgun Gothic"/>
                <a:cs typeface="Malgun Gothic"/>
              </a:rPr>
              <a:t>좌표</a:t>
            </a:r>
            <a:r>
              <a:rPr dirty="0" sz="850" spc="-8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25">
                <a:solidFill>
                  <a:srgbClr val="202020"/>
                </a:solidFill>
                <a:latin typeface="Malgun Gothic"/>
                <a:cs typeface="Malgun Gothic"/>
              </a:rPr>
              <a:t>획득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42924" y="9839324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6476999" y="9524"/>
                </a:moveTo>
                <a:lnTo>
                  <a:pt x="0" y="9524"/>
                </a:lnTo>
                <a:lnTo>
                  <a:pt x="0" y="0"/>
                </a:lnTo>
                <a:lnTo>
                  <a:pt x="6476999" y="0"/>
                </a:lnTo>
                <a:lnTo>
                  <a:pt x="6476999" y="9524"/>
                </a:lnTo>
                <a:close/>
              </a:path>
            </a:pathLst>
          </a:custGeom>
          <a:solidFill>
            <a:srgbClr val="D9D9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42937" y="84772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664222"/>
                </a:moveTo>
                <a:lnTo>
                  <a:pt x="21577" y="647700"/>
                </a:lnTo>
                <a:lnTo>
                  <a:pt x="16535" y="647700"/>
                </a:lnTo>
                <a:lnTo>
                  <a:pt x="0" y="664222"/>
                </a:lnTo>
                <a:lnTo>
                  <a:pt x="0" y="669277"/>
                </a:lnTo>
                <a:lnTo>
                  <a:pt x="16535" y="685800"/>
                </a:lnTo>
                <a:lnTo>
                  <a:pt x="21577" y="685800"/>
                </a:lnTo>
                <a:lnTo>
                  <a:pt x="38100" y="669277"/>
                </a:lnTo>
                <a:lnTo>
                  <a:pt x="38100" y="666750"/>
                </a:lnTo>
                <a:lnTo>
                  <a:pt x="38100" y="664222"/>
                </a:lnTo>
                <a:close/>
              </a:path>
              <a:path w="38100" h="685800">
                <a:moveTo>
                  <a:pt x="38100" y="445147"/>
                </a:moveTo>
                <a:lnTo>
                  <a:pt x="21577" y="428625"/>
                </a:lnTo>
                <a:lnTo>
                  <a:pt x="16535" y="428625"/>
                </a:lnTo>
                <a:lnTo>
                  <a:pt x="0" y="445147"/>
                </a:lnTo>
                <a:lnTo>
                  <a:pt x="0" y="450202"/>
                </a:lnTo>
                <a:lnTo>
                  <a:pt x="16535" y="466725"/>
                </a:lnTo>
                <a:lnTo>
                  <a:pt x="21577" y="466725"/>
                </a:lnTo>
                <a:lnTo>
                  <a:pt x="38100" y="450202"/>
                </a:lnTo>
                <a:lnTo>
                  <a:pt x="38100" y="447675"/>
                </a:lnTo>
                <a:lnTo>
                  <a:pt x="38100" y="445147"/>
                </a:lnTo>
                <a:close/>
              </a:path>
              <a:path w="38100" h="685800">
                <a:moveTo>
                  <a:pt x="38100" y="235597"/>
                </a:moveTo>
                <a:lnTo>
                  <a:pt x="21577" y="219075"/>
                </a:lnTo>
                <a:lnTo>
                  <a:pt x="16535" y="219075"/>
                </a:lnTo>
                <a:lnTo>
                  <a:pt x="0" y="235597"/>
                </a:lnTo>
                <a:lnTo>
                  <a:pt x="0" y="240652"/>
                </a:lnTo>
                <a:lnTo>
                  <a:pt x="16535" y="257175"/>
                </a:lnTo>
                <a:lnTo>
                  <a:pt x="21577" y="257175"/>
                </a:lnTo>
                <a:lnTo>
                  <a:pt x="38100" y="240652"/>
                </a:lnTo>
                <a:lnTo>
                  <a:pt x="38100" y="238125"/>
                </a:lnTo>
                <a:lnTo>
                  <a:pt x="38100" y="235597"/>
                </a:lnTo>
                <a:close/>
              </a:path>
              <a:path w="38100" h="685800">
                <a:moveTo>
                  <a:pt x="38100" y="16522"/>
                </a:moveTo>
                <a:lnTo>
                  <a:pt x="21577" y="0"/>
                </a:lnTo>
                <a:lnTo>
                  <a:pt x="16535" y="0"/>
                </a:lnTo>
                <a:lnTo>
                  <a:pt x="0" y="16522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close/>
              </a:path>
            </a:pathLst>
          </a:custGeom>
          <a:solidFill>
            <a:srgbClr val="FF7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79673" y="8627972"/>
            <a:ext cx="156908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145">
                <a:solidFill>
                  <a:srgbClr val="202020"/>
                </a:solidFill>
                <a:latin typeface="Malgun Gothic"/>
                <a:cs typeface="Malgun Gothic"/>
              </a:rPr>
              <a:t>클립보드</a:t>
            </a:r>
            <a:r>
              <a:rPr dirty="0" sz="850" spc="-6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60">
                <a:solidFill>
                  <a:srgbClr val="202020"/>
                </a:solidFill>
                <a:latin typeface="Malgun Gothic"/>
                <a:cs typeface="Malgun Gothic"/>
              </a:rPr>
              <a:t>프록시</a:t>
            </a:r>
            <a:r>
              <a:rPr dirty="0" sz="850" spc="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70">
                <a:solidFill>
                  <a:srgbClr val="202020"/>
                </a:solidFill>
                <a:latin typeface="Malgun Gothic"/>
                <a:cs typeface="Malgun Gothic"/>
              </a:rPr>
              <a:t>방식</a:t>
            </a:r>
            <a:r>
              <a:rPr dirty="0" sz="850" spc="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>
                <a:solidFill>
                  <a:srgbClr val="202020"/>
                </a:solidFill>
                <a:latin typeface="Microsoft Sans Serif"/>
                <a:cs typeface="Microsoft Sans Serif"/>
              </a:rPr>
              <a:t>fallback</a:t>
            </a:r>
            <a:r>
              <a:rPr dirty="0" sz="850" spc="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202020"/>
                </a:solidFill>
                <a:latin typeface="Microsoft Sans Serif"/>
                <a:cs typeface="Microsoft Sans Serif"/>
              </a:rPr>
              <a:t>(2</a:t>
            </a:r>
            <a:r>
              <a:rPr dirty="0" sz="850" spc="-20">
                <a:solidFill>
                  <a:srgbClr val="202020"/>
                </a:solidFill>
                <a:latin typeface="Malgun Gothic"/>
                <a:cs typeface="Malgun Gothic"/>
              </a:rPr>
              <a:t>차</a:t>
            </a:r>
            <a:r>
              <a:rPr dirty="0" sz="850" spc="-20">
                <a:solidFill>
                  <a:srgbClr val="202020"/>
                </a:solidFill>
                <a:latin typeface="Microsoft Sans Serif"/>
                <a:cs typeface="Microsoft Sans Serif"/>
              </a:rPr>
              <a:t>)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9673" y="8839891"/>
            <a:ext cx="10185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35">
                <a:solidFill>
                  <a:srgbClr val="202020"/>
                </a:solidFill>
                <a:latin typeface="Malgun Gothic"/>
                <a:cs typeface="Malgun Gothic"/>
              </a:rPr>
              <a:t>원본</a:t>
            </a:r>
            <a:r>
              <a:rPr dirty="0" sz="85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45">
                <a:solidFill>
                  <a:srgbClr val="202020"/>
                </a:solidFill>
                <a:latin typeface="Malgun Gothic"/>
                <a:cs typeface="Malgun Gothic"/>
              </a:rPr>
              <a:t>클립보드</a:t>
            </a:r>
            <a:r>
              <a:rPr dirty="0" sz="85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202020"/>
                </a:solidFill>
                <a:latin typeface="Malgun Gothic"/>
                <a:cs typeface="Malgun Gothic"/>
              </a:rPr>
              <a:t>자동</a:t>
            </a:r>
            <a:r>
              <a:rPr dirty="0" sz="850" spc="-8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90">
                <a:solidFill>
                  <a:srgbClr val="202020"/>
                </a:solidFill>
                <a:latin typeface="Malgun Gothic"/>
                <a:cs typeface="Malgun Gothic"/>
              </a:rPr>
              <a:t>복원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9673" y="9056597"/>
            <a:ext cx="135572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>
                <a:solidFill>
                  <a:srgbClr val="202020"/>
                </a:solidFill>
                <a:latin typeface="Microsoft Sans Serif"/>
                <a:cs typeface="Microsoft Sans Serif"/>
              </a:rPr>
              <a:t>250ms</a:t>
            </a:r>
            <a:r>
              <a:rPr dirty="0" sz="850" spc="6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45">
                <a:solidFill>
                  <a:srgbClr val="202020"/>
                </a:solidFill>
                <a:latin typeface="Malgun Gothic"/>
                <a:cs typeface="Malgun Gothic"/>
              </a:rPr>
              <a:t>디바운싱으로</a:t>
            </a:r>
            <a:r>
              <a:rPr dirty="0" sz="850" spc="-6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202020"/>
                </a:solidFill>
                <a:latin typeface="Malgun Gothic"/>
                <a:cs typeface="Malgun Gothic"/>
              </a:rPr>
              <a:t>중복</a:t>
            </a:r>
            <a:r>
              <a:rPr dirty="0" sz="850" spc="-6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90">
                <a:solidFill>
                  <a:srgbClr val="202020"/>
                </a:solidFill>
                <a:latin typeface="Malgun Gothic"/>
                <a:cs typeface="Malgun Gothic"/>
              </a:rPr>
              <a:t>방지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57637" y="84772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664222"/>
                </a:moveTo>
                <a:lnTo>
                  <a:pt x="21577" y="647700"/>
                </a:lnTo>
                <a:lnTo>
                  <a:pt x="16535" y="647700"/>
                </a:lnTo>
                <a:lnTo>
                  <a:pt x="0" y="664222"/>
                </a:lnTo>
                <a:lnTo>
                  <a:pt x="0" y="669277"/>
                </a:lnTo>
                <a:lnTo>
                  <a:pt x="16535" y="685800"/>
                </a:lnTo>
                <a:lnTo>
                  <a:pt x="21577" y="685800"/>
                </a:lnTo>
                <a:lnTo>
                  <a:pt x="38100" y="669277"/>
                </a:lnTo>
                <a:lnTo>
                  <a:pt x="38100" y="666750"/>
                </a:lnTo>
                <a:lnTo>
                  <a:pt x="38100" y="664222"/>
                </a:lnTo>
                <a:close/>
              </a:path>
              <a:path w="38100" h="685800">
                <a:moveTo>
                  <a:pt x="38100" y="445147"/>
                </a:moveTo>
                <a:lnTo>
                  <a:pt x="21577" y="428625"/>
                </a:lnTo>
                <a:lnTo>
                  <a:pt x="16535" y="428625"/>
                </a:lnTo>
                <a:lnTo>
                  <a:pt x="0" y="445147"/>
                </a:lnTo>
                <a:lnTo>
                  <a:pt x="0" y="450202"/>
                </a:lnTo>
                <a:lnTo>
                  <a:pt x="16535" y="466725"/>
                </a:lnTo>
                <a:lnTo>
                  <a:pt x="21577" y="466725"/>
                </a:lnTo>
                <a:lnTo>
                  <a:pt x="38100" y="450202"/>
                </a:lnTo>
                <a:lnTo>
                  <a:pt x="38100" y="447675"/>
                </a:lnTo>
                <a:lnTo>
                  <a:pt x="38100" y="445147"/>
                </a:lnTo>
                <a:close/>
              </a:path>
              <a:path w="38100" h="685800">
                <a:moveTo>
                  <a:pt x="38100" y="235597"/>
                </a:moveTo>
                <a:lnTo>
                  <a:pt x="21577" y="219075"/>
                </a:lnTo>
                <a:lnTo>
                  <a:pt x="16535" y="219075"/>
                </a:lnTo>
                <a:lnTo>
                  <a:pt x="0" y="235597"/>
                </a:lnTo>
                <a:lnTo>
                  <a:pt x="0" y="240652"/>
                </a:lnTo>
                <a:lnTo>
                  <a:pt x="16535" y="257175"/>
                </a:lnTo>
                <a:lnTo>
                  <a:pt x="21577" y="257175"/>
                </a:lnTo>
                <a:lnTo>
                  <a:pt x="38100" y="240652"/>
                </a:lnTo>
                <a:lnTo>
                  <a:pt x="38100" y="238125"/>
                </a:lnTo>
                <a:lnTo>
                  <a:pt x="38100" y="235597"/>
                </a:lnTo>
                <a:close/>
              </a:path>
              <a:path w="38100" h="685800">
                <a:moveTo>
                  <a:pt x="38100" y="16522"/>
                </a:moveTo>
                <a:lnTo>
                  <a:pt x="21577" y="0"/>
                </a:lnTo>
                <a:lnTo>
                  <a:pt x="16535" y="0"/>
                </a:lnTo>
                <a:lnTo>
                  <a:pt x="0" y="16522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close/>
              </a:path>
            </a:pathLst>
          </a:custGeom>
          <a:solidFill>
            <a:srgbClr val="FF7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195861" y="8627972"/>
            <a:ext cx="182880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>
                <a:solidFill>
                  <a:srgbClr val="202020"/>
                </a:solidFill>
                <a:latin typeface="Microsoft Sans Serif"/>
                <a:cs typeface="Microsoft Sans Serif"/>
              </a:rPr>
              <a:t>macOS</a:t>
            </a:r>
            <a:r>
              <a:rPr dirty="0" sz="850" spc="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202020"/>
                </a:solidFill>
                <a:latin typeface="Microsoft Sans Serif"/>
                <a:cs typeface="Microsoft Sans Serif"/>
              </a:rPr>
              <a:t>AXTextBoundsForRange</a:t>
            </a:r>
            <a:r>
              <a:rPr dirty="0" sz="850" spc="1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35">
                <a:solidFill>
                  <a:srgbClr val="202020"/>
                </a:solidFill>
                <a:latin typeface="Malgun Gothic"/>
                <a:cs typeface="Malgun Gothic"/>
              </a:rPr>
              <a:t>활용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195861" y="8837522"/>
            <a:ext cx="113982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140">
                <a:solidFill>
                  <a:srgbClr val="202020"/>
                </a:solidFill>
                <a:latin typeface="Malgun Gothic"/>
                <a:cs typeface="Malgun Gothic"/>
              </a:rPr>
              <a:t>마우스</a:t>
            </a:r>
            <a:r>
              <a:rPr dirty="0" sz="850" spc="-9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202020"/>
                </a:solidFill>
                <a:latin typeface="Malgun Gothic"/>
                <a:cs typeface="Malgun Gothic"/>
              </a:rPr>
              <a:t>좌표</a:t>
            </a:r>
            <a:r>
              <a:rPr dirty="0" sz="850" spc="-9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25">
                <a:solidFill>
                  <a:srgbClr val="202020"/>
                </a:solidFill>
                <a:latin typeface="Malgun Gothic"/>
                <a:cs typeface="Malgun Gothic"/>
              </a:rPr>
              <a:t>기반</a:t>
            </a:r>
            <a:r>
              <a:rPr dirty="0" sz="850" spc="-9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0">
                <a:solidFill>
                  <a:srgbClr val="202020"/>
                </a:solidFill>
                <a:latin typeface="Microsoft Sans Serif"/>
                <a:cs typeface="Microsoft Sans Serif"/>
              </a:rPr>
              <a:t>fallback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95861" y="9058757"/>
            <a:ext cx="835660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60">
                <a:solidFill>
                  <a:srgbClr val="202020"/>
                </a:solidFill>
                <a:latin typeface="Malgun Gothic"/>
                <a:cs typeface="Malgun Gothic"/>
              </a:rPr>
              <a:t>화면</a:t>
            </a:r>
            <a:r>
              <a:rPr dirty="0" sz="850" spc="-5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55">
                <a:solidFill>
                  <a:srgbClr val="202020"/>
                </a:solidFill>
                <a:latin typeface="Malgun Gothic"/>
                <a:cs typeface="Malgun Gothic"/>
              </a:rPr>
              <a:t>경계</a:t>
            </a:r>
            <a:r>
              <a:rPr dirty="0" sz="850" spc="-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202020"/>
                </a:solidFill>
                <a:latin typeface="Malgun Gothic"/>
                <a:cs typeface="Malgun Gothic"/>
              </a:rPr>
              <a:t>자동</a:t>
            </a:r>
            <a:r>
              <a:rPr dirty="0" sz="850" spc="-9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850" spc="-110">
                <a:solidFill>
                  <a:srgbClr val="202020"/>
                </a:solidFill>
                <a:latin typeface="Malgun Gothic"/>
                <a:cs typeface="Malgun Gothic"/>
              </a:rPr>
              <a:t>조정</a:t>
            </a:r>
            <a:endParaRPr sz="8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248" y="530225"/>
            <a:ext cx="7404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80">
                <a:solidFill>
                  <a:srgbClr val="FF7758"/>
                </a:solidFill>
                <a:latin typeface="Courier New"/>
                <a:cs typeface="Courier New"/>
              </a:rPr>
              <a:t>SECTION</a:t>
            </a:r>
            <a:r>
              <a:rPr dirty="0" sz="800" spc="18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 spc="30">
                <a:solidFill>
                  <a:srgbClr val="FF7758"/>
                </a:solidFill>
                <a:latin typeface="Courier New"/>
                <a:cs typeface="Courier New"/>
              </a:rPr>
              <a:t>02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248" y="944448"/>
            <a:ext cx="1023619" cy="363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315">
                <a:latin typeface="Malgun Gothic"/>
                <a:cs typeface="Malgun Gothic"/>
              </a:rPr>
              <a:t>주요</a:t>
            </a:r>
            <a:r>
              <a:rPr dirty="0" sz="2150" spc="-300">
                <a:latin typeface="Malgun Gothic"/>
                <a:cs typeface="Malgun Gothic"/>
              </a:rPr>
              <a:t> </a:t>
            </a:r>
            <a:r>
              <a:rPr dirty="0" sz="2200" spc="-375">
                <a:latin typeface="Malgun Gothic"/>
                <a:cs typeface="Malgun Gothic"/>
              </a:rPr>
              <a:t>기</a:t>
            </a:r>
            <a:r>
              <a:rPr dirty="0" sz="2150" spc="-375">
                <a:latin typeface="Malgun Gothic"/>
                <a:cs typeface="Malgun Gothic"/>
              </a:rPr>
              <a:t>능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2924" y="1809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3603" y="304798"/>
                </a:moveTo>
                <a:lnTo>
                  <a:pt x="71196" y="304798"/>
                </a:lnTo>
                <a:lnTo>
                  <a:pt x="66241" y="304309"/>
                </a:lnTo>
                <a:lnTo>
                  <a:pt x="29705" y="289176"/>
                </a:lnTo>
                <a:lnTo>
                  <a:pt x="3885" y="253133"/>
                </a:lnTo>
                <a:lnTo>
                  <a:pt x="0" y="233599"/>
                </a:lnTo>
                <a:lnTo>
                  <a:pt x="0" y="228598"/>
                </a:lnTo>
                <a:lnTo>
                  <a:pt x="0" y="71193"/>
                </a:lnTo>
                <a:lnTo>
                  <a:pt x="15621" y="29703"/>
                </a:lnTo>
                <a:lnTo>
                  <a:pt x="51661" y="3884"/>
                </a:lnTo>
                <a:lnTo>
                  <a:pt x="71196" y="0"/>
                </a:lnTo>
                <a:lnTo>
                  <a:pt x="233603" y="0"/>
                </a:lnTo>
                <a:lnTo>
                  <a:pt x="275094" y="15618"/>
                </a:lnTo>
                <a:lnTo>
                  <a:pt x="300914" y="51659"/>
                </a:lnTo>
                <a:lnTo>
                  <a:pt x="304800" y="71193"/>
                </a:lnTo>
                <a:lnTo>
                  <a:pt x="304800" y="233599"/>
                </a:lnTo>
                <a:lnTo>
                  <a:pt x="289178" y="275090"/>
                </a:lnTo>
                <a:lnTo>
                  <a:pt x="253137" y="300909"/>
                </a:lnTo>
                <a:lnTo>
                  <a:pt x="238558" y="304309"/>
                </a:lnTo>
                <a:lnTo>
                  <a:pt x="233603" y="304798"/>
                </a:lnTo>
                <a:close/>
              </a:path>
            </a:pathLst>
          </a:custGeom>
          <a:solidFill>
            <a:srgbClr val="ECFB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4398" y="1823541"/>
            <a:ext cx="196215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385">
                <a:solidFill>
                  <a:srgbClr val="202020"/>
                </a:solidFill>
                <a:latin typeface="Segoe UI Symbol"/>
                <a:cs typeface="Segoe UI Symbol"/>
              </a:rPr>
              <a:t>⌨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6348" y="1788820"/>
            <a:ext cx="103568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40">
                <a:latin typeface="Malgun Gothic"/>
                <a:cs typeface="Malgun Gothic"/>
              </a:rPr>
              <a:t>전역</a:t>
            </a:r>
            <a:r>
              <a:rPr dirty="0" sz="1250" spc="-65">
                <a:latin typeface="Malgun Gothic"/>
                <a:cs typeface="Malgun Gothic"/>
              </a:rPr>
              <a:t> </a:t>
            </a:r>
            <a:r>
              <a:rPr dirty="0" sz="1250" spc="-245">
                <a:latin typeface="Malgun Gothic"/>
                <a:cs typeface="Malgun Gothic"/>
              </a:rPr>
              <a:t>단축키</a:t>
            </a:r>
            <a:r>
              <a:rPr dirty="0" sz="1250" spc="-65">
                <a:latin typeface="Malgun Gothic"/>
                <a:cs typeface="Malgun Gothic"/>
              </a:rPr>
              <a:t> </a:t>
            </a:r>
            <a:r>
              <a:rPr dirty="0" sz="1250" spc="-145">
                <a:latin typeface="Malgun Gothic"/>
                <a:cs typeface="Malgun Gothic"/>
              </a:rPr>
              <a:t>호출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6348" y="2050261"/>
            <a:ext cx="2745740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950" spc="-10">
                <a:solidFill>
                  <a:srgbClr val="202020"/>
                </a:solidFill>
                <a:latin typeface="Microsoft Sans Serif"/>
                <a:cs typeface="Microsoft Sans Serif"/>
              </a:rPr>
              <a:t>Option+Space(macOS)</a:t>
            </a:r>
            <a:r>
              <a:rPr dirty="0" sz="950" spc="12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65">
                <a:solidFill>
                  <a:srgbClr val="202020"/>
                </a:solidFill>
                <a:latin typeface="Microsoft Sans Serif"/>
                <a:cs typeface="Microsoft Sans Serif"/>
              </a:rPr>
              <a:t>/</a:t>
            </a:r>
            <a:r>
              <a:rPr dirty="0" sz="950" spc="3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202020"/>
                </a:solidFill>
                <a:latin typeface="Microsoft Sans Serif"/>
                <a:cs typeface="Microsoft Sans Serif"/>
              </a:rPr>
              <a:t>Alt+Space(Windows)</a:t>
            </a:r>
            <a:r>
              <a:rPr dirty="0" sz="950" spc="-10">
                <a:solidFill>
                  <a:srgbClr val="202020"/>
                </a:solidFill>
                <a:latin typeface="Malgun Gothic"/>
                <a:cs typeface="Malgun Gothic"/>
              </a:rPr>
              <a:t>로</a:t>
            </a:r>
            <a:r>
              <a:rPr dirty="0" sz="95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어 </a:t>
            </a:r>
            <a:r>
              <a:rPr dirty="0" sz="950" spc="-190">
                <a:solidFill>
                  <a:srgbClr val="202020"/>
                </a:solidFill>
                <a:latin typeface="Malgun Gothic"/>
                <a:cs typeface="Malgun Gothic"/>
              </a:rPr>
              <a:t>떤</a:t>
            </a:r>
            <a:r>
              <a:rPr dirty="0" sz="950" spc="-7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앱에서든</a:t>
            </a:r>
            <a:r>
              <a:rPr dirty="0" sz="95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04">
                <a:solidFill>
                  <a:srgbClr val="202020"/>
                </a:solidFill>
                <a:latin typeface="Malgun Gothic"/>
                <a:cs typeface="Malgun Gothic"/>
              </a:rPr>
              <a:t>즉시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950" spc="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호출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57624" y="1809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3603" y="304798"/>
                </a:moveTo>
                <a:lnTo>
                  <a:pt x="71196" y="304798"/>
                </a:lnTo>
                <a:lnTo>
                  <a:pt x="66241" y="304309"/>
                </a:lnTo>
                <a:lnTo>
                  <a:pt x="29704" y="289176"/>
                </a:lnTo>
                <a:lnTo>
                  <a:pt x="3885" y="253133"/>
                </a:lnTo>
                <a:lnTo>
                  <a:pt x="0" y="233599"/>
                </a:lnTo>
                <a:lnTo>
                  <a:pt x="0" y="228598"/>
                </a:lnTo>
                <a:lnTo>
                  <a:pt x="0" y="71193"/>
                </a:lnTo>
                <a:lnTo>
                  <a:pt x="15621" y="29703"/>
                </a:lnTo>
                <a:lnTo>
                  <a:pt x="51661" y="3884"/>
                </a:lnTo>
                <a:lnTo>
                  <a:pt x="71196" y="0"/>
                </a:lnTo>
                <a:lnTo>
                  <a:pt x="233603" y="0"/>
                </a:lnTo>
                <a:lnTo>
                  <a:pt x="275093" y="15618"/>
                </a:lnTo>
                <a:lnTo>
                  <a:pt x="300914" y="51659"/>
                </a:lnTo>
                <a:lnTo>
                  <a:pt x="304799" y="71193"/>
                </a:lnTo>
                <a:lnTo>
                  <a:pt x="304799" y="233599"/>
                </a:lnTo>
                <a:lnTo>
                  <a:pt x="289177" y="275090"/>
                </a:lnTo>
                <a:lnTo>
                  <a:pt x="253137" y="300909"/>
                </a:lnTo>
                <a:lnTo>
                  <a:pt x="238558" y="304309"/>
                </a:lnTo>
                <a:lnTo>
                  <a:pt x="233603" y="304798"/>
                </a:lnTo>
                <a:close/>
              </a:path>
            </a:pathLst>
          </a:custGeom>
          <a:solidFill>
            <a:srgbClr val="ECFB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00586" y="1823541"/>
            <a:ext cx="196215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105">
                <a:solidFill>
                  <a:srgbClr val="202020"/>
                </a:solidFill>
                <a:latin typeface="Segoe UI Symbol"/>
                <a:cs typeface="Segoe UI Symbol"/>
              </a:rPr>
              <a:t>📝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62536" y="1788820"/>
            <a:ext cx="1328420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35">
                <a:latin typeface="Malgun Gothic"/>
                <a:cs typeface="Malgun Gothic"/>
              </a:rPr>
              <a:t>선택</a:t>
            </a:r>
            <a:r>
              <a:rPr dirty="0" sz="1250" spc="-85">
                <a:latin typeface="Malgun Gothic"/>
                <a:cs typeface="Malgun Gothic"/>
              </a:rPr>
              <a:t> </a:t>
            </a:r>
            <a:r>
              <a:rPr dirty="0" sz="1250" spc="-215">
                <a:latin typeface="Malgun Gothic"/>
                <a:cs typeface="Malgun Gothic"/>
              </a:rPr>
              <a:t>텍스트</a:t>
            </a:r>
            <a:r>
              <a:rPr dirty="0" sz="1250" spc="-155">
                <a:latin typeface="Malgun Gothic"/>
                <a:cs typeface="Malgun Gothic"/>
              </a:rPr>
              <a:t> </a:t>
            </a:r>
            <a:r>
              <a:rPr dirty="0" sz="1250" spc="-204">
                <a:latin typeface="Malgun Gothic"/>
                <a:cs typeface="Malgun Gothic"/>
              </a:rPr>
              <a:t>자동</a:t>
            </a:r>
            <a:r>
              <a:rPr dirty="0" sz="1250" spc="-150">
                <a:latin typeface="Malgun Gothic"/>
                <a:cs typeface="Malgun Gothic"/>
              </a:rPr>
              <a:t> </a:t>
            </a:r>
            <a:r>
              <a:rPr dirty="0" sz="1250" spc="-175">
                <a:latin typeface="Malgun Gothic"/>
                <a:cs typeface="Malgun Gothic"/>
              </a:rPr>
              <a:t>캡처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62536" y="2074043"/>
            <a:ext cx="2541905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50" spc="-170">
                <a:solidFill>
                  <a:srgbClr val="202020"/>
                </a:solidFill>
                <a:latin typeface="Malgun Gothic"/>
                <a:cs typeface="Malgun Gothic"/>
              </a:rPr>
              <a:t>블록</a:t>
            </a:r>
            <a:r>
              <a:rPr dirty="0" sz="95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지정된</a:t>
            </a:r>
            <a:r>
              <a:rPr dirty="0" sz="950" spc="-6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0">
                <a:solidFill>
                  <a:srgbClr val="202020"/>
                </a:solidFill>
                <a:latin typeface="Malgun Gothic"/>
                <a:cs typeface="Malgun Gothic"/>
              </a:rPr>
              <a:t>텍스트를</a:t>
            </a:r>
            <a:r>
              <a:rPr dirty="0" sz="95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0">
                <a:solidFill>
                  <a:srgbClr val="202020"/>
                </a:solidFill>
                <a:latin typeface="Malgun Gothic"/>
                <a:cs typeface="Malgun Gothic"/>
              </a:rPr>
              <a:t>자동으로</a:t>
            </a:r>
            <a:r>
              <a:rPr dirty="0" sz="95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0">
                <a:solidFill>
                  <a:srgbClr val="202020"/>
                </a:solidFill>
                <a:latin typeface="Malgun Gothic"/>
                <a:cs typeface="Malgun Gothic"/>
              </a:rPr>
              <a:t>읽어와</a:t>
            </a:r>
            <a:r>
              <a:rPr dirty="0" sz="950" spc="-13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950" spc="7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80">
                <a:solidFill>
                  <a:srgbClr val="202020"/>
                </a:solidFill>
                <a:latin typeface="Malgun Gothic"/>
                <a:cs typeface="Malgun Gothic"/>
              </a:rPr>
              <a:t>입력으로</a:t>
            </a:r>
            <a:r>
              <a:rPr dirty="0" sz="95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40">
                <a:solidFill>
                  <a:srgbClr val="202020"/>
                </a:solidFill>
                <a:latin typeface="Malgun Gothic"/>
                <a:cs typeface="Malgun Gothic"/>
              </a:rPr>
              <a:t>전달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2924" y="258127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3603" y="304798"/>
                </a:moveTo>
                <a:lnTo>
                  <a:pt x="71196" y="304798"/>
                </a:lnTo>
                <a:lnTo>
                  <a:pt x="66241" y="304309"/>
                </a:lnTo>
                <a:lnTo>
                  <a:pt x="29705" y="289173"/>
                </a:lnTo>
                <a:lnTo>
                  <a:pt x="3885" y="253133"/>
                </a:lnTo>
                <a:lnTo>
                  <a:pt x="0" y="233604"/>
                </a:lnTo>
                <a:lnTo>
                  <a:pt x="0" y="228599"/>
                </a:lnTo>
                <a:lnTo>
                  <a:pt x="0" y="71195"/>
                </a:lnTo>
                <a:lnTo>
                  <a:pt x="15621" y="29702"/>
                </a:lnTo>
                <a:lnTo>
                  <a:pt x="51661" y="3883"/>
                </a:lnTo>
                <a:lnTo>
                  <a:pt x="71196" y="0"/>
                </a:lnTo>
                <a:lnTo>
                  <a:pt x="233603" y="0"/>
                </a:lnTo>
                <a:lnTo>
                  <a:pt x="275094" y="15617"/>
                </a:lnTo>
                <a:lnTo>
                  <a:pt x="300914" y="51656"/>
                </a:lnTo>
                <a:lnTo>
                  <a:pt x="304800" y="71195"/>
                </a:lnTo>
                <a:lnTo>
                  <a:pt x="304800" y="233604"/>
                </a:lnTo>
                <a:lnTo>
                  <a:pt x="289178" y="275090"/>
                </a:lnTo>
                <a:lnTo>
                  <a:pt x="253137" y="300909"/>
                </a:lnTo>
                <a:lnTo>
                  <a:pt x="238558" y="304309"/>
                </a:lnTo>
                <a:lnTo>
                  <a:pt x="233603" y="304798"/>
                </a:lnTo>
                <a:close/>
              </a:path>
            </a:pathLst>
          </a:custGeom>
          <a:solidFill>
            <a:srgbClr val="ECFB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84398" y="2595066"/>
            <a:ext cx="196215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105">
                <a:solidFill>
                  <a:srgbClr val="202020"/>
                </a:solidFill>
                <a:latin typeface="Segoe UI Symbol"/>
                <a:cs typeface="Segoe UI Symbol"/>
              </a:rPr>
              <a:t>🚀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6348" y="2555999"/>
            <a:ext cx="10128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60">
                <a:latin typeface="Microsoft Sans Serif"/>
                <a:cs typeface="Microsoft Sans Serif"/>
              </a:rPr>
              <a:t>5</a:t>
            </a:r>
            <a:r>
              <a:rPr dirty="0" sz="1250" spc="-160">
                <a:latin typeface="Malgun Gothic"/>
                <a:cs typeface="Malgun Gothic"/>
              </a:rPr>
              <a:t>가지</a:t>
            </a:r>
            <a:r>
              <a:rPr dirty="0" sz="1250" spc="-80">
                <a:latin typeface="Malgun Gothic"/>
                <a:cs typeface="Malgun Gothic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AI</a:t>
            </a:r>
            <a:r>
              <a:rPr dirty="0" sz="1300" spc="-55">
                <a:latin typeface="Microsoft Sans Serif"/>
                <a:cs typeface="Microsoft Sans Serif"/>
              </a:rPr>
              <a:t> </a:t>
            </a:r>
            <a:r>
              <a:rPr dirty="0" sz="1250" spc="-175">
                <a:latin typeface="Malgun Gothic"/>
                <a:cs typeface="Malgun Gothic"/>
              </a:rPr>
              <a:t>프리셋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6348" y="2847348"/>
            <a:ext cx="258826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04">
                <a:solidFill>
                  <a:srgbClr val="202020"/>
                </a:solidFill>
                <a:latin typeface="Malgun Gothic"/>
                <a:cs typeface="Malgun Gothic"/>
              </a:rPr>
              <a:t>문법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45">
                <a:solidFill>
                  <a:srgbClr val="202020"/>
                </a:solidFill>
                <a:latin typeface="Malgun Gothic"/>
                <a:cs typeface="Malgun Gothic"/>
              </a:rPr>
              <a:t>교정</a:t>
            </a:r>
            <a:r>
              <a:rPr dirty="0" sz="950" spc="-145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950" spc="8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60">
                <a:solidFill>
                  <a:srgbClr val="202020"/>
                </a:solidFill>
                <a:latin typeface="Malgun Gothic"/>
                <a:cs typeface="Malgun Gothic"/>
              </a:rPr>
              <a:t>문장</a:t>
            </a:r>
            <a:r>
              <a:rPr dirty="0" sz="95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202020"/>
                </a:solidFill>
                <a:latin typeface="Malgun Gothic"/>
                <a:cs typeface="Malgun Gothic"/>
              </a:rPr>
              <a:t>개선</a:t>
            </a:r>
            <a:r>
              <a:rPr dirty="0" sz="950" spc="-150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950" spc="8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55">
                <a:solidFill>
                  <a:srgbClr val="202020"/>
                </a:solidFill>
                <a:latin typeface="Malgun Gothic"/>
                <a:cs typeface="Malgun Gothic"/>
              </a:rPr>
              <a:t>전문화</a:t>
            </a:r>
            <a:r>
              <a:rPr dirty="0" sz="950" spc="-155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950" spc="8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65">
                <a:solidFill>
                  <a:srgbClr val="202020"/>
                </a:solidFill>
                <a:latin typeface="Malgun Gothic"/>
                <a:cs typeface="Malgun Gothic"/>
              </a:rPr>
              <a:t>이어쓰기</a:t>
            </a:r>
            <a:r>
              <a:rPr dirty="0" sz="950" spc="-165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950" spc="8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10">
                <a:solidFill>
                  <a:srgbClr val="202020"/>
                </a:solidFill>
                <a:latin typeface="Malgun Gothic"/>
                <a:cs typeface="Malgun Gothic"/>
              </a:rPr>
              <a:t>번역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00">
                <a:solidFill>
                  <a:srgbClr val="202020"/>
                </a:solidFill>
                <a:latin typeface="Malgun Gothic"/>
                <a:cs typeface="Malgun Gothic"/>
              </a:rPr>
              <a:t>원클릭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65">
                <a:solidFill>
                  <a:srgbClr val="202020"/>
                </a:solidFill>
                <a:latin typeface="Malgun Gothic"/>
                <a:cs typeface="Malgun Gothic"/>
              </a:rPr>
              <a:t>실행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57624" y="258127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3603" y="304798"/>
                </a:moveTo>
                <a:lnTo>
                  <a:pt x="71196" y="304798"/>
                </a:lnTo>
                <a:lnTo>
                  <a:pt x="66241" y="304309"/>
                </a:lnTo>
                <a:lnTo>
                  <a:pt x="29704" y="289173"/>
                </a:lnTo>
                <a:lnTo>
                  <a:pt x="3885" y="253133"/>
                </a:lnTo>
                <a:lnTo>
                  <a:pt x="0" y="233604"/>
                </a:lnTo>
                <a:lnTo>
                  <a:pt x="0" y="228599"/>
                </a:lnTo>
                <a:lnTo>
                  <a:pt x="0" y="71195"/>
                </a:lnTo>
                <a:lnTo>
                  <a:pt x="15621" y="29702"/>
                </a:lnTo>
                <a:lnTo>
                  <a:pt x="51661" y="3883"/>
                </a:lnTo>
                <a:lnTo>
                  <a:pt x="71196" y="0"/>
                </a:lnTo>
                <a:lnTo>
                  <a:pt x="233603" y="0"/>
                </a:lnTo>
                <a:lnTo>
                  <a:pt x="275093" y="15617"/>
                </a:lnTo>
                <a:lnTo>
                  <a:pt x="300914" y="51656"/>
                </a:lnTo>
                <a:lnTo>
                  <a:pt x="304799" y="71195"/>
                </a:lnTo>
                <a:lnTo>
                  <a:pt x="304799" y="233604"/>
                </a:lnTo>
                <a:lnTo>
                  <a:pt x="289177" y="275090"/>
                </a:lnTo>
                <a:lnTo>
                  <a:pt x="253137" y="300909"/>
                </a:lnTo>
                <a:lnTo>
                  <a:pt x="238558" y="304309"/>
                </a:lnTo>
                <a:lnTo>
                  <a:pt x="233603" y="304798"/>
                </a:lnTo>
                <a:close/>
              </a:path>
            </a:pathLst>
          </a:custGeom>
          <a:solidFill>
            <a:srgbClr val="ECFB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900586" y="2595066"/>
            <a:ext cx="196215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600">
                <a:solidFill>
                  <a:srgbClr val="202020"/>
                </a:solidFill>
                <a:latin typeface="Segoe UI Symbol"/>
                <a:cs typeface="Segoe UI Symbol"/>
              </a:rPr>
              <a:t>⚡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62536" y="2560345"/>
            <a:ext cx="1431290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15">
                <a:latin typeface="Malgun Gothic"/>
                <a:cs typeface="Malgun Gothic"/>
              </a:rPr>
              <a:t>마우스</a:t>
            </a:r>
            <a:r>
              <a:rPr dirty="0" sz="1250" spc="-150">
                <a:latin typeface="Malgun Gothic"/>
                <a:cs typeface="Malgun Gothic"/>
              </a:rPr>
              <a:t> </a:t>
            </a:r>
            <a:r>
              <a:rPr dirty="0" sz="1250" spc="-204">
                <a:latin typeface="Malgun Gothic"/>
                <a:cs typeface="Malgun Gothic"/>
              </a:rPr>
              <a:t>없는</a:t>
            </a:r>
            <a:r>
              <a:rPr dirty="0" sz="1250" spc="-150">
                <a:latin typeface="Malgun Gothic"/>
                <a:cs typeface="Malgun Gothic"/>
              </a:rPr>
              <a:t> </a:t>
            </a:r>
            <a:r>
              <a:rPr dirty="0" sz="1250" spc="-180">
                <a:latin typeface="Malgun Gothic"/>
                <a:cs typeface="Malgun Gothic"/>
              </a:rPr>
              <a:t>워크플로우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2536" y="2818636"/>
            <a:ext cx="2769870" cy="371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20"/>
              </a:spcBef>
            </a:pP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마우스</a:t>
            </a:r>
            <a:r>
              <a:rPr dirty="0" sz="95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60">
                <a:solidFill>
                  <a:srgbClr val="202020"/>
                </a:solidFill>
                <a:latin typeface="Malgun Gothic"/>
                <a:cs typeface="Malgun Gothic"/>
              </a:rPr>
              <a:t>조작</a:t>
            </a:r>
            <a:r>
              <a:rPr dirty="0" sz="950" spc="-13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04">
                <a:solidFill>
                  <a:srgbClr val="202020"/>
                </a:solidFill>
                <a:latin typeface="Malgun Gothic"/>
                <a:cs typeface="Malgun Gothic"/>
              </a:rPr>
              <a:t>없이</a:t>
            </a:r>
            <a:r>
              <a:rPr dirty="0" sz="950" spc="-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키보드</a:t>
            </a:r>
            <a:r>
              <a:rPr dirty="0" sz="950" spc="-11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0">
                <a:solidFill>
                  <a:srgbClr val="202020"/>
                </a:solidFill>
                <a:latin typeface="Malgun Gothic"/>
                <a:cs typeface="Malgun Gothic"/>
              </a:rPr>
              <a:t>단축키만으로</a:t>
            </a:r>
            <a:r>
              <a:rPr dirty="0" sz="95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텍스트</a:t>
            </a:r>
            <a:r>
              <a:rPr dirty="0" sz="950" spc="-11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95">
                <a:solidFill>
                  <a:srgbClr val="202020"/>
                </a:solidFill>
                <a:latin typeface="Malgun Gothic"/>
                <a:cs typeface="Malgun Gothic"/>
              </a:rPr>
              <a:t>선택부터</a:t>
            </a:r>
            <a:r>
              <a:rPr dirty="0" sz="950" spc="-3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950" spc="8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응 </a:t>
            </a:r>
            <a:r>
              <a:rPr dirty="0" sz="950" spc="-130">
                <a:solidFill>
                  <a:srgbClr val="202020"/>
                </a:solidFill>
                <a:latin typeface="Malgun Gothic"/>
                <a:cs typeface="Malgun Gothic"/>
              </a:rPr>
              <a:t>답</a:t>
            </a:r>
            <a:r>
              <a:rPr dirty="0" sz="95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95">
                <a:solidFill>
                  <a:srgbClr val="202020"/>
                </a:solidFill>
                <a:latin typeface="Malgun Gothic"/>
                <a:cs typeface="Malgun Gothic"/>
              </a:rPr>
              <a:t>삽입까지</a:t>
            </a:r>
            <a:r>
              <a:rPr dirty="0" sz="950" spc="-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0">
                <a:solidFill>
                  <a:srgbClr val="202020"/>
                </a:solidFill>
                <a:latin typeface="Malgun Gothic"/>
                <a:cs typeface="Malgun Gothic"/>
              </a:rPr>
              <a:t>모든</a:t>
            </a:r>
            <a:r>
              <a:rPr dirty="0" sz="950" spc="-10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과정을</a:t>
            </a:r>
            <a:r>
              <a:rPr dirty="0" sz="950" spc="-10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제어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2924" y="335279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3603" y="304798"/>
                </a:moveTo>
                <a:lnTo>
                  <a:pt x="71196" y="304798"/>
                </a:lnTo>
                <a:lnTo>
                  <a:pt x="66241" y="304309"/>
                </a:lnTo>
                <a:lnTo>
                  <a:pt x="29705" y="289175"/>
                </a:lnTo>
                <a:lnTo>
                  <a:pt x="3885" y="253135"/>
                </a:lnTo>
                <a:lnTo>
                  <a:pt x="0" y="233601"/>
                </a:lnTo>
                <a:lnTo>
                  <a:pt x="0" y="228599"/>
                </a:lnTo>
                <a:lnTo>
                  <a:pt x="0" y="71193"/>
                </a:lnTo>
                <a:lnTo>
                  <a:pt x="15621" y="29702"/>
                </a:lnTo>
                <a:lnTo>
                  <a:pt x="51661" y="3883"/>
                </a:lnTo>
                <a:lnTo>
                  <a:pt x="71196" y="0"/>
                </a:lnTo>
                <a:lnTo>
                  <a:pt x="233603" y="0"/>
                </a:lnTo>
                <a:lnTo>
                  <a:pt x="275094" y="15617"/>
                </a:lnTo>
                <a:lnTo>
                  <a:pt x="300914" y="51659"/>
                </a:lnTo>
                <a:lnTo>
                  <a:pt x="304800" y="71193"/>
                </a:lnTo>
                <a:lnTo>
                  <a:pt x="304800" y="233601"/>
                </a:lnTo>
                <a:lnTo>
                  <a:pt x="289178" y="275090"/>
                </a:lnTo>
                <a:lnTo>
                  <a:pt x="253137" y="300911"/>
                </a:lnTo>
                <a:lnTo>
                  <a:pt x="238558" y="304309"/>
                </a:lnTo>
                <a:lnTo>
                  <a:pt x="233603" y="304798"/>
                </a:lnTo>
                <a:close/>
              </a:path>
            </a:pathLst>
          </a:custGeom>
          <a:solidFill>
            <a:srgbClr val="ECFB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84398" y="3366591"/>
            <a:ext cx="196215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105">
                <a:solidFill>
                  <a:srgbClr val="202020"/>
                </a:solidFill>
                <a:latin typeface="Segoe UI Symbol"/>
                <a:cs typeface="Segoe UI Symbol"/>
              </a:rPr>
              <a:t>🔌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6348" y="3327524"/>
            <a:ext cx="9258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0">
                <a:latin typeface="Malgun Gothic"/>
                <a:cs typeface="Malgun Gothic"/>
              </a:rPr>
              <a:t>다중</a:t>
            </a:r>
            <a:r>
              <a:rPr dirty="0" sz="1250" spc="-170">
                <a:latin typeface="Malgun Gothic"/>
                <a:cs typeface="Malgun Gothic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AI</a:t>
            </a:r>
            <a:r>
              <a:rPr dirty="0" sz="1300" spc="-75">
                <a:latin typeface="Microsoft Sans Serif"/>
                <a:cs typeface="Microsoft Sans Serif"/>
              </a:rPr>
              <a:t> </a:t>
            </a:r>
            <a:r>
              <a:rPr dirty="0" sz="1250" spc="-160">
                <a:latin typeface="Malgun Gothic"/>
                <a:cs typeface="Malgun Gothic"/>
              </a:rPr>
              <a:t>제공사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6348" y="3593311"/>
            <a:ext cx="2329815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Github</a:t>
            </a:r>
            <a:r>
              <a:rPr dirty="0" sz="950" spc="-2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Copilot,</a:t>
            </a:r>
            <a:r>
              <a:rPr dirty="0" sz="950" spc="4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50">
                <a:solidFill>
                  <a:srgbClr val="202020"/>
                </a:solidFill>
                <a:latin typeface="Microsoft Sans Serif"/>
                <a:cs typeface="Microsoft Sans Serif"/>
              </a:rPr>
              <a:t>AWS</a:t>
            </a:r>
            <a:r>
              <a:rPr dirty="0" sz="950" spc="-1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Bedrock,</a:t>
            </a:r>
            <a:r>
              <a:rPr dirty="0" sz="950" spc="3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202020"/>
                </a:solidFill>
                <a:latin typeface="Microsoft Sans Serif"/>
                <a:cs typeface="Microsoft Sans Serif"/>
              </a:rPr>
              <a:t>OpenRouter,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Custom</a:t>
            </a:r>
            <a:r>
              <a:rPr dirty="0" sz="950" spc="-6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30">
                <a:solidFill>
                  <a:srgbClr val="202020"/>
                </a:solidFill>
                <a:latin typeface="Microsoft Sans Serif"/>
                <a:cs typeface="Microsoft Sans Serif"/>
              </a:rPr>
              <a:t>API</a:t>
            </a:r>
            <a:r>
              <a:rPr dirty="0" sz="950" spc="3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지원</a:t>
            </a:r>
            <a:r>
              <a:rPr dirty="0" sz="950" spc="-7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등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57624" y="335279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3603" y="304798"/>
                </a:moveTo>
                <a:lnTo>
                  <a:pt x="71196" y="304798"/>
                </a:lnTo>
                <a:lnTo>
                  <a:pt x="66241" y="304309"/>
                </a:lnTo>
                <a:lnTo>
                  <a:pt x="29704" y="289175"/>
                </a:lnTo>
                <a:lnTo>
                  <a:pt x="3885" y="253135"/>
                </a:lnTo>
                <a:lnTo>
                  <a:pt x="0" y="233601"/>
                </a:lnTo>
                <a:lnTo>
                  <a:pt x="0" y="228599"/>
                </a:lnTo>
                <a:lnTo>
                  <a:pt x="0" y="71193"/>
                </a:lnTo>
                <a:lnTo>
                  <a:pt x="15621" y="29702"/>
                </a:lnTo>
                <a:lnTo>
                  <a:pt x="51661" y="3883"/>
                </a:lnTo>
                <a:lnTo>
                  <a:pt x="71196" y="0"/>
                </a:lnTo>
                <a:lnTo>
                  <a:pt x="233603" y="0"/>
                </a:lnTo>
                <a:lnTo>
                  <a:pt x="275093" y="15617"/>
                </a:lnTo>
                <a:lnTo>
                  <a:pt x="300914" y="51659"/>
                </a:lnTo>
                <a:lnTo>
                  <a:pt x="304799" y="71193"/>
                </a:lnTo>
                <a:lnTo>
                  <a:pt x="304799" y="233601"/>
                </a:lnTo>
                <a:lnTo>
                  <a:pt x="289177" y="275090"/>
                </a:lnTo>
                <a:lnTo>
                  <a:pt x="253137" y="300911"/>
                </a:lnTo>
                <a:lnTo>
                  <a:pt x="238558" y="304309"/>
                </a:lnTo>
                <a:lnTo>
                  <a:pt x="233603" y="304798"/>
                </a:lnTo>
                <a:close/>
              </a:path>
            </a:pathLst>
          </a:custGeom>
          <a:solidFill>
            <a:srgbClr val="ECFB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900586" y="3366591"/>
            <a:ext cx="196215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105">
                <a:solidFill>
                  <a:srgbClr val="202020"/>
                </a:solidFill>
                <a:latin typeface="Segoe UI Symbol"/>
                <a:cs typeface="Segoe UI Symbol"/>
              </a:rPr>
              <a:t>✨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2536" y="3331870"/>
            <a:ext cx="85153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04">
                <a:latin typeface="Malgun Gothic"/>
                <a:cs typeface="Malgun Gothic"/>
              </a:rPr>
              <a:t>자동</a:t>
            </a:r>
            <a:r>
              <a:rPr dirty="0" sz="1250" spc="-160">
                <a:latin typeface="Malgun Gothic"/>
                <a:cs typeface="Malgun Gothic"/>
              </a:rPr>
              <a:t> </a:t>
            </a:r>
            <a:r>
              <a:rPr dirty="0" sz="1250" spc="-210">
                <a:latin typeface="Malgun Gothic"/>
                <a:cs typeface="Malgun Gothic"/>
              </a:rPr>
              <a:t>붙여넣기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62536" y="3619677"/>
            <a:ext cx="179578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70">
                <a:solidFill>
                  <a:srgbClr val="202020"/>
                </a:solidFill>
                <a:latin typeface="Malgun Gothic"/>
                <a:cs typeface="Malgun Gothic"/>
              </a:rPr>
              <a:t>결과를</a:t>
            </a:r>
            <a:r>
              <a:rPr dirty="0" sz="95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원래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00">
                <a:solidFill>
                  <a:srgbClr val="202020"/>
                </a:solidFill>
                <a:latin typeface="Malgun Gothic"/>
                <a:cs typeface="Malgun Gothic"/>
              </a:rPr>
              <a:t>앱의</a:t>
            </a:r>
            <a:r>
              <a:rPr dirty="0" sz="950" spc="-3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00">
                <a:solidFill>
                  <a:srgbClr val="202020"/>
                </a:solidFill>
                <a:latin typeface="Malgun Gothic"/>
                <a:cs typeface="Malgun Gothic"/>
              </a:rPr>
              <a:t>커서</a:t>
            </a:r>
            <a:r>
              <a:rPr dirty="0" sz="950" spc="-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위치에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0">
                <a:solidFill>
                  <a:srgbClr val="202020"/>
                </a:solidFill>
                <a:latin typeface="Malgun Gothic"/>
                <a:cs typeface="Malgun Gothic"/>
              </a:rPr>
              <a:t>자동</a:t>
            </a:r>
            <a:r>
              <a:rPr dirty="0" sz="950" spc="-11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40">
                <a:solidFill>
                  <a:srgbClr val="202020"/>
                </a:solidFill>
                <a:latin typeface="Malgun Gothic"/>
                <a:cs typeface="Malgun Gothic"/>
              </a:rPr>
              <a:t>삽입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7248" y="4264025"/>
            <a:ext cx="7404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80">
                <a:solidFill>
                  <a:srgbClr val="FF7758"/>
                </a:solidFill>
                <a:latin typeface="Courier New"/>
                <a:cs typeface="Courier New"/>
              </a:rPr>
              <a:t>SECTION</a:t>
            </a:r>
            <a:r>
              <a:rPr dirty="0" sz="800" spc="18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 spc="30">
                <a:solidFill>
                  <a:srgbClr val="FF7758"/>
                </a:solidFill>
                <a:latin typeface="Courier New"/>
                <a:cs typeface="Courier New"/>
              </a:rPr>
              <a:t>03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7248" y="4678248"/>
            <a:ext cx="1006475" cy="363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430">
                <a:latin typeface="Malgun Gothic"/>
                <a:cs typeface="Malgun Gothic"/>
              </a:rPr>
              <a:t>시연</a:t>
            </a:r>
            <a:r>
              <a:rPr dirty="0" sz="2200" spc="-180">
                <a:latin typeface="Malgun Gothic"/>
                <a:cs typeface="Malgun Gothic"/>
              </a:rPr>
              <a:t> </a:t>
            </a:r>
            <a:r>
              <a:rPr dirty="0" sz="2200" spc="-455">
                <a:latin typeface="Malgun Gothic"/>
                <a:cs typeface="Malgun Gothic"/>
              </a:rPr>
              <a:t>화면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2924" y="5381623"/>
            <a:ext cx="3162300" cy="1905000"/>
            <a:chOff x="542924" y="5381623"/>
            <a:chExt cx="3162300" cy="1905000"/>
          </a:xfrm>
        </p:grpSpPr>
        <p:sp>
          <p:nvSpPr>
            <p:cNvPr id="31" name="object 31"/>
            <p:cNvSpPr/>
            <p:nvPr/>
          </p:nvSpPr>
          <p:spPr>
            <a:xfrm>
              <a:off x="547687" y="5386386"/>
              <a:ext cx="3152775" cy="1895475"/>
            </a:xfrm>
            <a:custGeom>
              <a:avLst/>
              <a:gdLst/>
              <a:ahLst/>
              <a:cxnLst/>
              <a:rect l="l" t="t" r="r" b="b"/>
              <a:pathLst>
                <a:path w="3152775" h="1895475">
                  <a:moveTo>
                    <a:pt x="3086027" y="1895474"/>
                  </a:moveTo>
                  <a:lnTo>
                    <a:pt x="66746" y="1895474"/>
                  </a:lnTo>
                  <a:lnTo>
                    <a:pt x="62101" y="1895016"/>
                  </a:lnTo>
                  <a:lnTo>
                    <a:pt x="24240" y="1877864"/>
                  </a:lnTo>
                  <a:lnTo>
                    <a:pt x="2287" y="1842571"/>
                  </a:lnTo>
                  <a:lnTo>
                    <a:pt x="0" y="1828725"/>
                  </a:lnTo>
                  <a:lnTo>
                    <a:pt x="0" y="1824037"/>
                  </a:lnTo>
                  <a:lnTo>
                    <a:pt x="0" y="66747"/>
                  </a:lnTo>
                  <a:lnTo>
                    <a:pt x="14645" y="27847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3086027" y="0"/>
                  </a:lnTo>
                  <a:lnTo>
                    <a:pt x="3124925" y="14643"/>
                  </a:lnTo>
                  <a:lnTo>
                    <a:pt x="3149131" y="48429"/>
                  </a:lnTo>
                  <a:lnTo>
                    <a:pt x="3152774" y="66747"/>
                  </a:lnTo>
                  <a:lnTo>
                    <a:pt x="3152774" y="1828725"/>
                  </a:lnTo>
                  <a:lnTo>
                    <a:pt x="3138128" y="1867620"/>
                  </a:lnTo>
                  <a:lnTo>
                    <a:pt x="3104341" y="1891830"/>
                  </a:lnTo>
                  <a:lnTo>
                    <a:pt x="3090673" y="1895016"/>
                  </a:lnTo>
                  <a:lnTo>
                    <a:pt x="3086027" y="189547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47687" y="5386386"/>
              <a:ext cx="3152775" cy="1895475"/>
            </a:xfrm>
            <a:custGeom>
              <a:avLst/>
              <a:gdLst/>
              <a:ahLst/>
              <a:cxnLst/>
              <a:rect l="l" t="t" r="r" b="b"/>
              <a:pathLst>
                <a:path w="3152775" h="1895475">
                  <a:moveTo>
                    <a:pt x="0" y="182403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372" y="57501"/>
                  </a:lnTo>
                  <a:lnTo>
                    <a:pt x="2287" y="52898"/>
                  </a:lnTo>
                  <a:lnTo>
                    <a:pt x="3642" y="48429"/>
                  </a:lnTo>
                  <a:lnTo>
                    <a:pt x="20923" y="20921"/>
                  </a:lnTo>
                  <a:lnTo>
                    <a:pt x="24240" y="17603"/>
                  </a:lnTo>
                  <a:lnTo>
                    <a:pt x="62101" y="458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081337" y="0"/>
                  </a:lnTo>
                  <a:lnTo>
                    <a:pt x="3086027" y="0"/>
                  </a:lnTo>
                  <a:lnTo>
                    <a:pt x="3090673" y="456"/>
                  </a:lnTo>
                  <a:lnTo>
                    <a:pt x="3121025" y="12036"/>
                  </a:lnTo>
                  <a:lnTo>
                    <a:pt x="3124925" y="14643"/>
                  </a:lnTo>
                  <a:lnTo>
                    <a:pt x="3128533" y="17603"/>
                  </a:lnTo>
                  <a:lnTo>
                    <a:pt x="3131850" y="20921"/>
                  </a:lnTo>
                  <a:lnTo>
                    <a:pt x="3135167" y="24238"/>
                  </a:lnTo>
                  <a:lnTo>
                    <a:pt x="3151401" y="57501"/>
                  </a:lnTo>
                  <a:lnTo>
                    <a:pt x="3152316" y="62101"/>
                  </a:lnTo>
                  <a:lnTo>
                    <a:pt x="3152774" y="66747"/>
                  </a:lnTo>
                  <a:lnTo>
                    <a:pt x="3152774" y="71437"/>
                  </a:lnTo>
                  <a:lnTo>
                    <a:pt x="3152774" y="1824037"/>
                  </a:lnTo>
                  <a:lnTo>
                    <a:pt x="3152774" y="1828725"/>
                  </a:lnTo>
                  <a:lnTo>
                    <a:pt x="3152316" y="1833368"/>
                  </a:lnTo>
                  <a:lnTo>
                    <a:pt x="3151401" y="1837968"/>
                  </a:lnTo>
                  <a:lnTo>
                    <a:pt x="3150486" y="1842571"/>
                  </a:lnTo>
                  <a:lnTo>
                    <a:pt x="3149131" y="1847038"/>
                  </a:lnTo>
                  <a:lnTo>
                    <a:pt x="3147336" y="1851370"/>
                  </a:lnTo>
                  <a:lnTo>
                    <a:pt x="3145541" y="1855703"/>
                  </a:lnTo>
                  <a:lnTo>
                    <a:pt x="3121025" y="1883431"/>
                  </a:lnTo>
                  <a:lnTo>
                    <a:pt x="3117124" y="1886038"/>
                  </a:lnTo>
                  <a:lnTo>
                    <a:pt x="3086027" y="1895474"/>
                  </a:lnTo>
                  <a:lnTo>
                    <a:pt x="3081337" y="1895474"/>
                  </a:lnTo>
                  <a:lnTo>
                    <a:pt x="71437" y="1895474"/>
                  </a:lnTo>
                  <a:lnTo>
                    <a:pt x="66746" y="1895474"/>
                  </a:lnTo>
                  <a:lnTo>
                    <a:pt x="62101" y="1895016"/>
                  </a:lnTo>
                  <a:lnTo>
                    <a:pt x="31748" y="1883433"/>
                  </a:lnTo>
                  <a:lnTo>
                    <a:pt x="27848" y="1880827"/>
                  </a:lnTo>
                  <a:lnTo>
                    <a:pt x="5437" y="1851370"/>
                  </a:lnTo>
                  <a:lnTo>
                    <a:pt x="3642" y="1847038"/>
                  </a:lnTo>
                  <a:lnTo>
                    <a:pt x="2287" y="1842571"/>
                  </a:lnTo>
                  <a:lnTo>
                    <a:pt x="1372" y="1837971"/>
                  </a:lnTo>
                  <a:lnTo>
                    <a:pt x="457" y="1833368"/>
                  </a:lnTo>
                  <a:lnTo>
                    <a:pt x="0" y="1828725"/>
                  </a:lnTo>
                  <a:lnTo>
                    <a:pt x="0" y="1824037"/>
                  </a:lnTo>
                  <a:close/>
                </a:path>
              </a:pathLst>
            </a:custGeom>
            <a:ln w="9524">
              <a:solidFill>
                <a:srgbClr val="D9D9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라이트 모드 UI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249" y="5391149"/>
              <a:ext cx="1771649" cy="188594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192063" y="7381830"/>
            <a:ext cx="186372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170">
                <a:solidFill>
                  <a:srgbClr val="93939E"/>
                </a:solidFill>
                <a:latin typeface="Malgun Gothic"/>
                <a:cs typeface="Malgun Gothic"/>
              </a:rPr>
              <a:t>그림</a:t>
            </a:r>
            <a:r>
              <a:rPr dirty="0" sz="850" spc="-2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95">
                <a:solidFill>
                  <a:srgbClr val="93939E"/>
                </a:solidFill>
                <a:latin typeface="Microsoft Sans Serif"/>
                <a:cs typeface="Microsoft Sans Serif"/>
              </a:rPr>
              <a:t>1.</a:t>
            </a:r>
            <a:r>
              <a:rPr dirty="0" sz="850" spc="7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40">
                <a:solidFill>
                  <a:srgbClr val="93939E"/>
                </a:solidFill>
                <a:latin typeface="Malgun Gothic"/>
                <a:cs typeface="Malgun Gothic"/>
              </a:rPr>
              <a:t>라이트</a:t>
            </a:r>
            <a:r>
              <a:rPr dirty="0" sz="850" spc="-9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93939E"/>
                </a:solidFill>
                <a:latin typeface="Malgun Gothic"/>
                <a:cs typeface="Malgun Gothic"/>
              </a:rPr>
              <a:t>모드</a:t>
            </a:r>
            <a:r>
              <a:rPr dirty="0" sz="850" spc="-9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395">
                <a:solidFill>
                  <a:srgbClr val="93939E"/>
                </a:solidFill>
                <a:latin typeface="Microsoft Sans Serif"/>
                <a:cs typeface="Microsoft Sans Serif"/>
              </a:rPr>
              <a:t>—</a:t>
            </a:r>
            <a:r>
              <a:rPr dirty="0" sz="850" spc="-7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60">
                <a:solidFill>
                  <a:srgbClr val="93939E"/>
                </a:solidFill>
                <a:latin typeface="Malgun Gothic"/>
                <a:cs typeface="Malgun Gothic"/>
              </a:rPr>
              <a:t>플로팅</a:t>
            </a:r>
            <a:r>
              <a:rPr dirty="0" sz="850" spc="-2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55">
                <a:solidFill>
                  <a:srgbClr val="93939E"/>
                </a:solidFill>
                <a:latin typeface="Malgun Gothic"/>
                <a:cs typeface="Malgun Gothic"/>
              </a:rPr>
              <a:t>오버레이</a:t>
            </a:r>
            <a:r>
              <a:rPr dirty="0" sz="850" spc="-2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40">
                <a:solidFill>
                  <a:srgbClr val="93939E"/>
                </a:solidFill>
                <a:latin typeface="Malgun Gothic"/>
                <a:cs typeface="Malgun Gothic"/>
              </a:rPr>
              <a:t>메뉴</a:t>
            </a:r>
            <a:endParaRPr sz="850">
              <a:latin typeface="Malgun Gothic"/>
              <a:cs typeface="Malgun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857624" y="5381623"/>
            <a:ext cx="3162300" cy="1905000"/>
            <a:chOff x="3857624" y="5381623"/>
            <a:chExt cx="3162300" cy="1905000"/>
          </a:xfrm>
        </p:grpSpPr>
        <p:sp>
          <p:nvSpPr>
            <p:cNvPr id="36" name="object 36"/>
            <p:cNvSpPr/>
            <p:nvPr/>
          </p:nvSpPr>
          <p:spPr>
            <a:xfrm>
              <a:off x="3862386" y="5386386"/>
              <a:ext cx="3152775" cy="1895475"/>
            </a:xfrm>
            <a:custGeom>
              <a:avLst/>
              <a:gdLst/>
              <a:ahLst/>
              <a:cxnLst/>
              <a:rect l="l" t="t" r="r" b="b"/>
              <a:pathLst>
                <a:path w="3152775" h="1895475">
                  <a:moveTo>
                    <a:pt x="3086027" y="1895474"/>
                  </a:moveTo>
                  <a:lnTo>
                    <a:pt x="66746" y="1895474"/>
                  </a:lnTo>
                  <a:lnTo>
                    <a:pt x="62101" y="1895016"/>
                  </a:lnTo>
                  <a:lnTo>
                    <a:pt x="24240" y="1877864"/>
                  </a:lnTo>
                  <a:lnTo>
                    <a:pt x="2287" y="1842571"/>
                  </a:lnTo>
                  <a:lnTo>
                    <a:pt x="0" y="1828725"/>
                  </a:lnTo>
                  <a:lnTo>
                    <a:pt x="0" y="1824037"/>
                  </a:lnTo>
                  <a:lnTo>
                    <a:pt x="0" y="66747"/>
                  </a:lnTo>
                  <a:lnTo>
                    <a:pt x="14645" y="27847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3086027" y="0"/>
                  </a:lnTo>
                  <a:lnTo>
                    <a:pt x="3124925" y="14643"/>
                  </a:lnTo>
                  <a:lnTo>
                    <a:pt x="3149131" y="48429"/>
                  </a:lnTo>
                  <a:lnTo>
                    <a:pt x="3152775" y="66747"/>
                  </a:lnTo>
                  <a:lnTo>
                    <a:pt x="3152775" y="1828725"/>
                  </a:lnTo>
                  <a:lnTo>
                    <a:pt x="3138128" y="1867620"/>
                  </a:lnTo>
                  <a:lnTo>
                    <a:pt x="3104341" y="1891830"/>
                  </a:lnTo>
                  <a:lnTo>
                    <a:pt x="3090673" y="1895016"/>
                  </a:lnTo>
                  <a:lnTo>
                    <a:pt x="3086027" y="189547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862386" y="5386386"/>
              <a:ext cx="3152775" cy="1895475"/>
            </a:xfrm>
            <a:custGeom>
              <a:avLst/>
              <a:gdLst/>
              <a:ahLst/>
              <a:cxnLst/>
              <a:rect l="l" t="t" r="r" b="b"/>
              <a:pathLst>
                <a:path w="3152775" h="1895475">
                  <a:moveTo>
                    <a:pt x="0" y="182403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7606" y="24238"/>
                  </a:lnTo>
                  <a:lnTo>
                    <a:pt x="20923" y="20921"/>
                  </a:lnTo>
                  <a:lnTo>
                    <a:pt x="24240" y="17603"/>
                  </a:lnTo>
                  <a:lnTo>
                    <a:pt x="62101" y="458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081337" y="0"/>
                  </a:lnTo>
                  <a:lnTo>
                    <a:pt x="3086027" y="0"/>
                  </a:lnTo>
                  <a:lnTo>
                    <a:pt x="3090673" y="456"/>
                  </a:lnTo>
                  <a:lnTo>
                    <a:pt x="3121025" y="12036"/>
                  </a:lnTo>
                  <a:lnTo>
                    <a:pt x="3124925" y="14643"/>
                  </a:lnTo>
                  <a:lnTo>
                    <a:pt x="3128534" y="17603"/>
                  </a:lnTo>
                  <a:lnTo>
                    <a:pt x="3131851" y="20921"/>
                  </a:lnTo>
                  <a:lnTo>
                    <a:pt x="3135167" y="24238"/>
                  </a:lnTo>
                  <a:lnTo>
                    <a:pt x="3151401" y="57501"/>
                  </a:lnTo>
                  <a:lnTo>
                    <a:pt x="3152317" y="62101"/>
                  </a:lnTo>
                  <a:lnTo>
                    <a:pt x="3152775" y="66747"/>
                  </a:lnTo>
                  <a:lnTo>
                    <a:pt x="3152775" y="71437"/>
                  </a:lnTo>
                  <a:lnTo>
                    <a:pt x="3152775" y="1824037"/>
                  </a:lnTo>
                  <a:lnTo>
                    <a:pt x="3152775" y="1828725"/>
                  </a:lnTo>
                  <a:lnTo>
                    <a:pt x="3152317" y="1833368"/>
                  </a:lnTo>
                  <a:lnTo>
                    <a:pt x="3151401" y="1837968"/>
                  </a:lnTo>
                  <a:lnTo>
                    <a:pt x="3150486" y="1842571"/>
                  </a:lnTo>
                  <a:lnTo>
                    <a:pt x="3149131" y="1847038"/>
                  </a:lnTo>
                  <a:lnTo>
                    <a:pt x="3147336" y="1851370"/>
                  </a:lnTo>
                  <a:lnTo>
                    <a:pt x="3145541" y="1855703"/>
                  </a:lnTo>
                  <a:lnTo>
                    <a:pt x="3117125" y="1886038"/>
                  </a:lnTo>
                  <a:lnTo>
                    <a:pt x="3086027" y="1895474"/>
                  </a:lnTo>
                  <a:lnTo>
                    <a:pt x="3081337" y="1895474"/>
                  </a:lnTo>
                  <a:lnTo>
                    <a:pt x="71437" y="1895474"/>
                  </a:lnTo>
                  <a:lnTo>
                    <a:pt x="66746" y="1895474"/>
                  </a:lnTo>
                  <a:lnTo>
                    <a:pt x="62101" y="1895016"/>
                  </a:lnTo>
                  <a:lnTo>
                    <a:pt x="31748" y="1883433"/>
                  </a:lnTo>
                  <a:lnTo>
                    <a:pt x="27848" y="1880827"/>
                  </a:lnTo>
                  <a:lnTo>
                    <a:pt x="5437" y="1851370"/>
                  </a:lnTo>
                  <a:lnTo>
                    <a:pt x="3642" y="1847038"/>
                  </a:lnTo>
                  <a:lnTo>
                    <a:pt x="2287" y="1842571"/>
                  </a:lnTo>
                  <a:lnTo>
                    <a:pt x="1372" y="1837971"/>
                  </a:lnTo>
                  <a:lnTo>
                    <a:pt x="457" y="1833368"/>
                  </a:lnTo>
                  <a:lnTo>
                    <a:pt x="0" y="1828725"/>
                  </a:lnTo>
                  <a:lnTo>
                    <a:pt x="0" y="1824037"/>
                  </a:lnTo>
                  <a:close/>
                </a:path>
              </a:pathLst>
            </a:custGeom>
            <a:ln w="9524">
              <a:solidFill>
                <a:srgbClr val="D9D9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다크 모드 UI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899" y="5391149"/>
              <a:ext cx="1800224" cy="188594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542928" y="7381830"/>
            <a:ext cx="179451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170">
                <a:solidFill>
                  <a:srgbClr val="93939E"/>
                </a:solidFill>
                <a:latin typeface="Malgun Gothic"/>
                <a:cs typeface="Malgun Gothic"/>
              </a:rPr>
              <a:t>그림</a:t>
            </a:r>
            <a:r>
              <a:rPr dirty="0" sz="850" spc="-3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2.</a:t>
            </a:r>
            <a:r>
              <a:rPr dirty="0" sz="850" spc="6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35">
                <a:solidFill>
                  <a:srgbClr val="93939E"/>
                </a:solidFill>
                <a:latin typeface="Malgun Gothic"/>
                <a:cs typeface="Malgun Gothic"/>
              </a:rPr>
              <a:t>다크</a:t>
            </a:r>
            <a:r>
              <a:rPr dirty="0" sz="850" spc="-10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93939E"/>
                </a:solidFill>
                <a:latin typeface="Malgun Gothic"/>
                <a:cs typeface="Malgun Gothic"/>
              </a:rPr>
              <a:t>모드</a:t>
            </a:r>
            <a:r>
              <a:rPr dirty="0" sz="850" spc="-10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395">
                <a:solidFill>
                  <a:srgbClr val="93939E"/>
                </a:solidFill>
                <a:latin typeface="Microsoft Sans Serif"/>
                <a:cs typeface="Microsoft Sans Serif"/>
              </a:rPr>
              <a:t>—</a:t>
            </a:r>
            <a:r>
              <a:rPr dirty="0" sz="850" spc="-7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60">
                <a:solidFill>
                  <a:srgbClr val="93939E"/>
                </a:solidFill>
                <a:latin typeface="Malgun Gothic"/>
                <a:cs typeface="Malgun Gothic"/>
              </a:rPr>
              <a:t>플로팅</a:t>
            </a:r>
            <a:r>
              <a:rPr dirty="0" sz="850" spc="-2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55">
                <a:solidFill>
                  <a:srgbClr val="93939E"/>
                </a:solidFill>
                <a:latin typeface="Malgun Gothic"/>
                <a:cs typeface="Malgun Gothic"/>
              </a:rPr>
              <a:t>오버레이</a:t>
            </a:r>
            <a:r>
              <a:rPr dirty="0" sz="850" spc="-2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35">
                <a:solidFill>
                  <a:srgbClr val="93939E"/>
                </a:solidFill>
                <a:latin typeface="Malgun Gothic"/>
                <a:cs typeface="Malgun Gothic"/>
              </a:rPr>
              <a:t>메뉴</a:t>
            </a:r>
            <a:endParaRPr sz="850">
              <a:latin typeface="Malgun Gothic"/>
              <a:cs typeface="Malgun Gothic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2924" y="7705723"/>
            <a:ext cx="3162300" cy="1905000"/>
            <a:chOff x="542924" y="7705723"/>
            <a:chExt cx="3162300" cy="1905000"/>
          </a:xfrm>
        </p:grpSpPr>
        <p:sp>
          <p:nvSpPr>
            <p:cNvPr id="41" name="object 41"/>
            <p:cNvSpPr/>
            <p:nvPr/>
          </p:nvSpPr>
          <p:spPr>
            <a:xfrm>
              <a:off x="547687" y="7710485"/>
              <a:ext cx="3152775" cy="1895475"/>
            </a:xfrm>
            <a:custGeom>
              <a:avLst/>
              <a:gdLst/>
              <a:ahLst/>
              <a:cxnLst/>
              <a:rect l="l" t="t" r="r" b="b"/>
              <a:pathLst>
                <a:path w="3152775" h="1895475">
                  <a:moveTo>
                    <a:pt x="3086027" y="1895474"/>
                  </a:moveTo>
                  <a:lnTo>
                    <a:pt x="66746" y="1895474"/>
                  </a:lnTo>
                  <a:lnTo>
                    <a:pt x="62101" y="1895016"/>
                  </a:lnTo>
                  <a:lnTo>
                    <a:pt x="24240" y="1877866"/>
                  </a:lnTo>
                  <a:lnTo>
                    <a:pt x="2287" y="1842571"/>
                  </a:lnTo>
                  <a:lnTo>
                    <a:pt x="0" y="1828727"/>
                  </a:lnTo>
                  <a:lnTo>
                    <a:pt x="0" y="1824037"/>
                  </a:lnTo>
                  <a:lnTo>
                    <a:pt x="0" y="66744"/>
                  </a:lnTo>
                  <a:lnTo>
                    <a:pt x="14645" y="27844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3086027" y="0"/>
                  </a:lnTo>
                  <a:lnTo>
                    <a:pt x="3124925" y="14643"/>
                  </a:lnTo>
                  <a:lnTo>
                    <a:pt x="3149131" y="48429"/>
                  </a:lnTo>
                  <a:lnTo>
                    <a:pt x="3152774" y="66744"/>
                  </a:lnTo>
                  <a:lnTo>
                    <a:pt x="3152774" y="1828727"/>
                  </a:lnTo>
                  <a:lnTo>
                    <a:pt x="3138128" y="1867622"/>
                  </a:lnTo>
                  <a:lnTo>
                    <a:pt x="3104341" y="1891830"/>
                  </a:lnTo>
                  <a:lnTo>
                    <a:pt x="3090673" y="1895016"/>
                  </a:lnTo>
                  <a:lnTo>
                    <a:pt x="3086027" y="189547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47687" y="7710485"/>
              <a:ext cx="3152775" cy="1895475"/>
            </a:xfrm>
            <a:custGeom>
              <a:avLst/>
              <a:gdLst/>
              <a:ahLst/>
              <a:cxnLst/>
              <a:rect l="l" t="t" r="r" b="b"/>
              <a:pathLst>
                <a:path w="3152775" h="1895475">
                  <a:moveTo>
                    <a:pt x="0" y="18240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2039" y="31744"/>
                  </a:lnTo>
                  <a:lnTo>
                    <a:pt x="14645" y="27844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62101" y="458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081337" y="0"/>
                  </a:lnTo>
                  <a:lnTo>
                    <a:pt x="3086027" y="0"/>
                  </a:lnTo>
                  <a:lnTo>
                    <a:pt x="3090673" y="458"/>
                  </a:lnTo>
                  <a:lnTo>
                    <a:pt x="3121025" y="12036"/>
                  </a:lnTo>
                  <a:lnTo>
                    <a:pt x="3124925" y="14643"/>
                  </a:lnTo>
                  <a:lnTo>
                    <a:pt x="3128533" y="17603"/>
                  </a:lnTo>
                  <a:lnTo>
                    <a:pt x="3131850" y="20919"/>
                  </a:lnTo>
                  <a:lnTo>
                    <a:pt x="3135167" y="24235"/>
                  </a:lnTo>
                  <a:lnTo>
                    <a:pt x="3138128" y="27842"/>
                  </a:lnTo>
                  <a:lnTo>
                    <a:pt x="3140734" y="31742"/>
                  </a:lnTo>
                  <a:lnTo>
                    <a:pt x="3143340" y="35641"/>
                  </a:lnTo>
                  <a:lnTo>
                    <a:pt x="3152774" y="71437"/>
                  </a:lnTo>
                  <a:lnTo>
                    <a:pt x="3152774" y="1824037"/>
                  </a:lnTo>
                  <a:lnTo>
                    <a:pt x="3152774" y="1828727"/>
                  </a:lnTo>
                  <a:lnTo>
                    <a:pt x="3152316" y="1833373"/>
                  </a:lnTo>
                  <a:lnTo>
                    <a:pt x="3151401" y="1837971"/>
                  </a:lnTo>
                  <a:lnTo>
                    <a:pt x="3150486" y="1842571"/>
                  </a:lnTo>
                  <a:lnTo>
                    <a:pt x="3149131" y="1847038"/>
                  </a:lnTo>
                  <a:lnTo>
                    <a:pt x="3147336" y="1851370"/>
                  </a:lnTo>
                  <a:lnTo>
                    <a:pt x="3145541" y="1855705"/>
                  </a:lnTo>
                  <a:lnTo>
                    <a:pt x="3143340" y="1859820"/>
                  </a:lnTo>
                  <a:lnTo>
                    <a:pt x="3140734" y="1863721"/>
                  </a:lnTo>
                  <a:lnTo>
                    <a:pt x="3138128" y="1867622"/>
                  </a:lnTo>
                  <a:lnTo>
                    <a:pt x="3121025" y="1883431"/>
                  </a:lnTo>
                  <a:lnTo>
                    <a:pt x="3117124" y="1886038"/>
                  </a:lnTo>
                  <a:lnTo>
                    <a:pt x="3095273" y="1894100"/>
                  </a:lnTo>
                  <a:lnTo>
                    <a:pt x="3090673" y="1895016"/>
                  </a:lnTo>
                  <a:lnTo>
                    <a:pt x="3086027" y="1895474"/>
                  </a:lnTo>
                  <a:lnTo>
                    <a:pt x="3081337" y="1895474"/>
                  </a:lnTo>
                  <a:lnTo>
                    <a:pt x="71437" y="1895474"/>
                  </a:lnTo>
                  <a:lnTo>
                    <a:pt x="66746" y="1895474"/>
                  </a:lnTo>
                  <a:lnTo>
                    <a:pt x="62101" y="1895016"/>
                  </a:lnTo>
                  <a:lnTo>
                    <a:pt x="57500" y="1894100"/>
                  </a:lnTo>
                  <a:lnTo>
                    <a:pt x="52900" y="1893186"/>
                  </a:lnTo>
                  <a:lnTo>
                    <a:pt x="17606" y="1871231"/>
                  </a:lnTo>
                  <a:lnTo>
                    <a:pt x="12039" y="1863721"/>
                  </a:lnTo>
                  <a:lnTo>
                    <a:pt x="9433" y="1859820"/>
                  </a:lnTo>
                  <a:lnTo>
                    <a:pt x="7232" y="1855705"/>
                  </a:lnTo>
                  <a:lnTo>
                    <a:pt x="5437" y="1851370"/>
                  </a:lnTo>
                  <a:lnTo>
                    <a:pt x="3642" y="1847038"/>
                  </a:lnTo>
                  <a:lnTo>
                    <a:pt x="2287" y="1842571"/>
                  </a:lnTo>
                  <a:lnTo>
                    <a:pt x="1372" y="1837971"/>
                  </a:lnTo>
                  <a:lnTo>
                    <a:pt x="457" y="1833373"/>
                  </a:lnTo>
                  <a:lnTo>
                    <a:pt x="0" y="1828727"/>
                  </a:lnTo>
                  <a:lnTo>
                    <a:pt x="0" y="1824037"/>
                  </a:lnTo>
                  <a:close/>
                </a:path>
              </a:pathLst>
            </a:custGeom>
            <a:ln w="9524">
              <a:solidFill>
                <a:srgbClr val="D9D9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설정 화면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4924" y="7715249"/>
              <a:ext cx="1638299" cy="188594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017190" y="9705930"/>
            <a:ext cx="220726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170">
                <a:solidFill>
                  <a:srgbClr val="93939E"/>
                </a:solidFill>
                <a:latin typeface="Malgun Gothic"/>
                <a:cs typeface="Malgun Gothic"/>
              </a:rPr>
              <a:t>그림</a:t>
            </a:r>
            <a:r>
              <a:rPr dirty="0" sz="850" spc="-3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3.</a:t>
            </a:r>
            <a:r>
              <a:rPr dirty="0" sz="850" spc="6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65">
                <a:solidFill>
                  <a:srgbClr val="93939E"/>
                </a:solidFill>
                <a:latin typeface="Malgun Gothic"/>
                <a:cs typeface="Malgun Gothic"/>
              </a:rPr>
              <a:t>설정</a:t>
            </a:r>
            <a:r>
              <a:rPr dirty="0" sz="850" spc="-3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00">
                <a:solidFill>
                  <a:srgbClr val="93939E"/>
                </a:solidFill>
                <a:latin typeface="Malgun Gothic"/>
                <a:cs typeface="Malgun Gothic"/>
              </a:rPr>
              <a:t>창</a:t>
            </a:r>
            <a:r>
              <a:rPr dirty="0" sz="850" spc="-114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395">
                <a:solidFill>
                  <a:srgbClr val="93939E"/>
                </a:solidFill>
                <a:latin typeface="Microsoft Sans Serif"/>
                <a:cs typeface="Microsoft Sans Serif"/>
              </a:rPr>
              <a:t>—</a:t>
            </a:r>
            <a:r>
              <a:rPr dirty="0" sz="850" spc="-7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93939E"/>
                </a:solidFill>
                <a:latin typeface="Malgun Gothic"/>
                <a:cs typeface="Malgun Gothic"/>
              </a:rPr>
              <a:t>언어</a:t>
            </a:r>
            <a:r>
              <a:rPr dirty="0" sz="850" spc="-120">
                <a:solidFill>
                  <a:srgbClr val="93939E"/>
                </a:solidFill>
                <a:latin typeface="Microsoft Sans Serif"/>
                <a:cs typeface="Microsoft Sans Serif"/>
              </a:rPr>
              <a:t>,</a:t>
            </a:r>
            <a:r>
              <a:rPr dirty="0" sz="850" spc="65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93939E"/>
                </a:solidFill>
                <a:latin typeface="Malgun Gothic"/>
                <a:cs typeface="Malgun Gothic"/>
              </a:rPr>
              <a:t>단축어</a:t>
            </a:r>
            <a:r>
              <a:rPr dirty="0" sz="850" spc="-125">
                <a:solidFill>
                  <a:srgbClr val="93939E"/>
                </a:solidFill>
                <a:latin typeface="Microsoft Sans Serif"/>
                <a:cs typeface="Microsoft Sans Serif"/>
              </a:rPr>
              <a:t>,</a:t>
            </a:r>
            <a:r>
              <a:rPr dirty="0" sz="850" spc="7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30">
                <a:solidFill>
                  <a:srgbClr val="93939E"/>
                </a:solidFill>
                <a:latin typeface="Malgun Gothic"/>
                <a:cs typeface="Malgun Gothic"/>
              </a:rPr>
              <a:t>제공사</a:t>
            </a:r>
            <a:r>
              <a:rPr dirty="0" sz="850" spc="-12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93939E"/>
                </a:solidFill>
                <a:latin typeface="Malgun Gothic"/>
                <a:cs typeface="Malgun Gothic"/>
              </a:rPr>
              <a:t>및</a:t>
            </a:r>
            <a:r>
              <a:rPr dirty="0" sz="850" spc="-8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45">
                <a:solidFill>
                  <a:srgbClr val="93939E"/>
                </a:solidFill>
                <a:latin typeface="Malgun Gothic"/>
                <a:cs typeface="Malgun Gothic"/>
              </a:rPr>
              <a:t>모델</a:t>
            </a:r>
            <a:r>
              <a:rPr dirty="0" sz="850" spc="-7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45">
                <a:solidFill>
                  <a:srgbClr val="93939E"/>
                </a:solidFill>
                <a:latin typeface="Malgun Gothic"/>
                <a:cs typeface="Malgun Gothic"/>
              </a:rPr>
              <a:t>선택</a:t>
            </a:r>
            <a:endParaRPr sz="850">
              <a:latin typeface="Malgun Gothic"/>
              <a:cs typeface="Malgun Gothic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857624" y="7705723"/>
            <a:ext cx="3162300" cy="1905000"/>
            <a:chOff x="3857624" y="7705723"/>
            <a:chExt cx="3162300" cy="1905000"/>
          </a:xfrm>
        </p:grpSpPr>
        <p:sp>
          <p:nvSpPr>
            <p:cNvPr id="46" name="object 46"/>
            <p:cNvSpPr/>
            <p:nvPr/>
          </p:nvSpPr>
          <p:spPr>
            <a:xfrm>
              <a:off x="3862386" y="7710485"/>
              <a:ext cx="3152775" cy="1895475"/>
            </a:xfrm>
            <a:custGeom>
              <a:avLst/>
              <a:gdLst/>
              <a:ahLst/>
              <a:cxnLst/>
              <a:rect l="l" t="t" r="r" b="b"/>
              <a:pathLst>
                <a:path w="3152775" h="1895475">
                  <a:moveTo>
                    <a:pt x="3086027" y="1895474"/>
                  </a:moveTo>
                  <a:lnTo>
                    <a:pt x="66746" y="1895474"/>
                  </a:lnTo>
                  <a:lnTo>
                    <a:pt x="62101" y="1895016"/>
                  </a:lnTo>
                  <a:lnTo>
                    <a:pt x="24240" y="1877866"/>
                  </a:lnTo>
                  <a:lnTo>
                    <a:pt x="2287" y="1842571"/>
                  </a:lnTo>
                  <a:lnTo>
                    <a:pt x="0" y="1828727"/>
                  </a:lnTo>
                  <a:lnTo>
                    <a:pt x="0" y="1824037"/>
                  </a:lnTo>
                  <a:lnTo>
                    <a:pt x="0" y="66744"/>
                  </a:lnTo>
                  <a:lnTo>
                    <a:pt x="14645" y="27844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3086027" y="0"/>
                  </a:lnTo>
                  <a:lnTo>
                    <a:pt x="3124925" y="14643"/>
                  </a:lnTo>
                  <a:lnTo>
                    <a:pt x="3149131" y="48429"/>
                  </a:lnTo>
                  <a:lnTo>
                    <a:pt x="3152775" y="66744"/>
                  </a:lnTo>
                  <a:lnTo>
                    <a:pt x="3152775" y="1828727"/>
                  </a:lnTo>
                  <a:lnTo>
                    <a:pt x="3138128" y="1867622"/>
                  </a:lnTo>
                  <a:lnTo>
                    <a:pt x="3104341" y="1891830"/>
                  </a:lnTo>
                  <a:lnTo>
                    <a:pt x="3090673" y="1895016"/>
                  </a:lnTo>
                  <a:lnTo>
                    <a:pt x="3086027" y="189547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862386" y="7710485"/>
              <a:ext cx="3152775" cy="1895475"/>
            </a:xfrm>
            <a:custGeom>
              <a:avLst/>
              <a:gdLst/>
              <a:ahLst/>
              <a:cxnLst/>
              <a:rect l="l" t="t" r="r" b="b"/>
              <a:pathLst>
                <a:path w="3152775" h="1895475">
                  <a:moveTo>
                    <a:pt x="0" y="18240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2039" y="31744"/>
                  </a:lnTo>
                  <a:lnTo>
                    <a:pt x="14645" y="27844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62101" y="458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081337" y="0"/>
                  </a:lnTo>
                  <a:lnTo>
                    <a:pt x="3086027" y="0"/>
                  </a:lnTo>
                  <a:lnTo>
                    <a:pt x="3090673" y="458"/>
                  </a:lnTo>
                  <a:lnTo>
                    <a:pt x="3121025" y="12036"/>
                  </a:lnTo>
                  <a:lnTo>
                    <a:pt x="3124925" y="14643"/>
                  </a:lnTo>
                  <a:lnTo>
                    <a:pt x="3128534" y="17603"/>
                  </a:lnTo>
                  <a:lnTo>
                    <a:pt x="3131851" y="20919"/>
                  </a:lnTo>
                  <a:lnTo>
                    <a:pt x="3135167" y="24235"/>
                  </a:lnTo>
                  <a:lnTo>
                    <a:pt x="3151401" y="57498"/>
                  </a:lnTo>
                  <a:lnTo>
                    <a:pt x="3152317" y="62098"/>
                  </a:lnTo>
                  <a:lnTo>
                    <a:pt x="3152775" y="66744"/>
                  </a:lnTo>
                  <a:lnTo>
                    <a:pt x="3152775" y="71437"/>
                  </a:lnTo>
                  <a:lnTo>
                    <a:pt x="3152775" y="1824037"/>
                  </a:lnTo>
                  <a:lnTo>
                    <a:pt x="3152775" y="1828727"/>
                  </a:lnTo>
                  <a:lnTo>
                    <a:pt x="3152317" y="1833373"/>
                  </a:lnTo>
                  <a:lnTo>
                    <a:pt x="3151401" y="1837971"/>
                  </a:lnTo>
                  <a:lnTo>
                    <a:pt x="3150486" y="1842571"/>
                  </a:lnTo>
                  <a:lnTo>
                    <a:pt x="3149131" y="1847038"/>
                  </a:lnTo>
                  <a:lnTo>
                    <a:pt x="3147336" y="1851370"/>
                  </a:lnTo>
                  <a:lnTo>
                    <a:pt x="3145541" y="1855705"/>
                  </a:lnTo>
                  <a:lnTo>
                    <a:pt x="3143341" y="1859820"/>
                  </a:lnTo>
                  <a:lnTo>
                    <a:pt x="3140735" y="1863721"/>
                  </a:lnTo>
                  <a:lnTo>
                    <a:pt x="3138128" y="1867622"/>
                  </a:lnTo>
                  <a:lnTo>
                    <a:pt x="3121025" y="1883431"/>
                  </a:lnTo>
                  <a:lnTo>
                    <a:pt x="3117125" y="1886038"/>
                  </a:lnTo>
                  <a:lnTo>
                    <a:pt x="3095273" y="1894100"/>
                  </a:lnTo>
                  <a:lnTo>
                    <a:pt x="3090673" y="1895016"/>
                  </a:lnTo>
                  <a:lnTo>
                    <a:pt x="3086027" y="1895474"/>
                  </a:lnTo>
                  <a:lnTo>
                    <a:pt x="3081337" y="1895474"/>
                  </a:lnTo>
                  <a:lnTo>
                    <a:pt x="71437" y="1895474"/>
                  </a:lnTo>
                  <a:lnTo>
                    <a:pt x="66746" y="1895474"/>
                  </a:lnTo>
                  <a:lnTo>
                    <a:pt x="62101" y="1895016"/>
                  </a:lnTo>
                  <a:lnTo>
                    <a:pt x="57500" y="1894100"/>
                  </a:lnTo>
                  <a:lnTo>
                    <a:pt x="52899" y="1893186"/>
                  </a:lnTo>
                  <a:lnTo>
                    <a:pt x="17606" y="1871231"/>
                  </a:lnTo>
                  <a:lnTo>
                    <a:pt x="12039" y="1863721"/>
                  </a:lnTo>
                  <a:lnTo>
                    <a:pt x="9433" y="1859820"/>
                  </a:lnTo>
                  <a:lnTo>
                    <a:pt x="7232" y="1855705"/>
                  </a:lnTo>
                  <a:lnTo>
                    <a:pt x="5437" y="1851370"/>
                  </a:lnTo>
                  <a:lnTo>
                    <a:pt x="3642" y="1847038"/>
                  </a:lnTo>
                  <a:lnTo>
                    <a:pt x="2287" y="1842571"/>
                  </a:lnTo>
                  <a:lnTo>
                    <a:pt x="1372" y="1837971"/>
                  </a:lnTo>
                  <a:lnTo>
                    <a:pt x="457" y="1833373"/>
                  </a:lnTo>
                  <a:lnTo>
                    <a:pt x="0" y="1828727"/>
                  </a:lnTo>
                  <a:lnTo>
                    <a:pt x="0" y="1824037"/>
                  </a:lnTo>
                  <a:close/>
                </a:path>
              </a:pathLst>
            </a:custGeom>
            <a:ln w="9524">
              <a:solidFill>
                <a:srgbClr val="D9D9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기능 시연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4849" y="7715249"/>
              <a:ext cx="1838324" cy="188594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4956670" y="9705930"/>
            <a:ext cx="9607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170">
                <a:solidFill>
                  <a:srgbClr val="93939E"/>
                </a:solidFill>
                <a:latin typeface="Malgun Gothic"/>
                <a:cs typeface="Malgun Gothic"/>
              </a:rPr>
              <a:t>그림</a:t>
            </a:r>
            <a:r>
              <a:rPr dirty="0" sz="850" spc="-3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>
                <a:solidFill>
                  <a:srgbClr val="93939E"/>
                </a:solidFill>
                <a:latin typeface="Microsoft Sans Serif"/>
                <a:cs typeface="Microsoft Sans Serif"/>
              </a:rPr>
              <a:t>4.</a:t>
            </a:r>
            <a:r>
              <a:rPr dirty="0" sz="850" spc="60">
                <a:solidFill>
                  <a:srgbClr val="93939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35">
                <a:solidFill>
                  <a:srgbClr val="93939E"/>
                </a:solidFill>
                <a:latin typeface="Malgun Gothic"/>
                <a:cs typeface="Malgun Gothic"/>
              </a:rPr>
              <a:t>주요</a:t>
            </a:r>
            <a:r>
              <a:rPr dirty="0" sz="850" spc="-100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93939E"/>
                </a:solidFill>
                <a:latin typeface="Malgun Gothic"/>
                <a:cs typeface="Malgun Gothic"/>
              </a:rPr>
              <a:t>기능</a:t>
            </a:r>
            <a:r>
              <a:rPr dirty="0" sz="850" spc="-105">
                <a:solidFill>
                  <a:srgbClr val="93939E"/>
                </a:solidFill>
                <a:latin typeface="Malgun Gothic"/>
                <a:cs typeface="Malgun Gothic"/>
              </a:rPr>
              <a:t> </a:t>
            </a:r>
            <a:r>
              <a:rPr dirty="0" sz="850" spc="-90">
                <a:solidFill>
                  <a:srgbClr val="93939E"/>
                </a:solidFill>
                <a:latin typeface="Malgun Gothic"/>
                <a:cs typeface="Malgun Gothic"/>
              </a:rPr>
              <a:t>시연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2924" y="9867898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6476999" y="9524"/>
                </a:moveTo>
                <a:lnTo>
                  <a:pt x="0" y="9524"/>
                </a:lnTo>
                <a:lnTo>
                  <a:pt x="0" y="0"/>
                </a:lnTo>
                <a:lnTo>
                  <a:pt x="6476999" y="0"/>
                </a:lnTo>
                <a:lnTo>
                  <a:pt x="6476999" y="9524"/>
                </a:lnTo>
                <a:close/>
              </a:path>
            </a:pathLst>
          </a:custGeom>
          <a:solidFill>
            <a:srgbClr val="D9D9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248" y="530225"/>
            <a:ext cx="7404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80">
                <a:solidFill>
                  <a:srgbClr val="FF7758"/>
                </a:solidFill>
                <a:latin typeface="Courier New"/>
                <a:cs typeface="Courier New"/>
              </a:rPr>
              <a:t>SECTION</a:t>
            </a:r>
            <a:r>
              <a:rPr dirty="0" sz="800" spc="185">
                <a:solidFill>
                  <a:srgbClr val="FF7758"/>
                </a:solidFill>
                <a:latin typeface="Courier New"/>
                <a:cs typeface="Courier New"/>
              </a:rPr>
              <a:t> </a:t>
            </a:r>
            <a:r>
              <a:rPr dirty="0" sz="800" spc="30">
                <a:solidFill>
                  <a:srgbClr val="FF7758"/>
                </a:solidFill>
                <a:latin typeface="Courier New"/>
                <a:cs typeface="Courier New"/>
              </a:rPr>
              <a:t>04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248" y="944448"/>
            <a:ext cx="1779905" cy="363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380">
                <a:latin typeface="Malgun Gothic"/>
                <a:cs typeface="Malgun Gothic"/>
              </a:rPr>
              <a:t>기대효과 </a:t>
            </a:r>
            <a:r>
              <a:rPr dirty="0" sz="2200" spc="-355">
                <a:latin typeface="Malgun Gothic"/>
                <a:cs typeface="Malgun Gothic"/>
              </a:rPr>
              <a:t>및</a:t>
            </a:r>
            <a:r>
              <a:rPr dirty="0" sz="2200" spc="-254">
                <a:latin typeface="Malgun Gothic"/>
                <a:cs typeface="Malgun Gothic"/>
              </a:rPr>
              <a:t> </a:t>
            </a:r>
            <a:r>
              <a:rPr dirty="0" sz="2200" spc="-395">
                <a:latin typeface="Malgun Gothic"/>
                <a:cs typeface="Malgun Gothic"/>
              </a:rPr>
              <a:t>결론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7248" y="2005838"/>
            <a:ext cx="69151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75">
                <a:latin typeface="Malgun Gothic"/>
                <a:cs typeface="Malgun Gothic"/>
              </a:rPr>
              <a:t>기대효과</a:t>
            </a:r>
            <a:endParaRPr sz="1550">
              <a:latin typeface="Malgun Gothic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2924" y="2533648"/>
            <a:ext cx="2057400" cy="1343025"/>
          </a:xfrm>
          <a:custGeom>
            <a:avLst/>
            <a:gdLst/>
            <a:ahLst/>
            <a:cxnLst/>
            <a:rect l="l" t="t" r="r" b="b"/>
            <a:pathLst>
              <a:path w="2057400" h="1343025">
                <a:moveTo>
                  <a:pt x="1904999" y="1343024"/>
                </a:moveTo>
                <a:lnTo>
                  <a:pt x="152399" y="1343024"/>
                </a:lnTo>
                <a:lnTo>
                  <a:pt x="144912" y="1342841"/>
                </a:lnTo>
                <a:lnTo>
                  <a:pt x="101066" y="1334117"/>
                </a:lnTo>
                <a:lnTo>
                  <a:pt x="61607" y="1313025"/>
                </a:lnTo>
                <a:lnTo>
                  <a:pt x="29995" y="1281414"/>
                </a:lnTo>
                <a:lnTo>
                  <a:pt x="8904" y="1241953"/>
                </a:lnTo>
                <a:lnTo>
                  <a:pt x="182" y="1198111"/>
                </a:lnTo>
                <a:lnTo>
                  <a:pt x="0" y="1190624"/>
                </a:lnTo>
                <a:lnTo>
                  <a:pt x="0" y="152399"/>
                </a:lnTo>
                <a:lnTo>
                  <a:pt x="6560" y="108154"/>
                </a:lnTo>
                <a:lnTo>
                  <a:pt x="25683" y="67723"/>
                </a:lnTo>
                <a:lnTo>
                  <a:pt x="55717" y="34589"/>
                </a:lnTo>
                <a:lnTo>
                  <a:pt x="94078" y="11599"/>
                </a:lnTo>
                <a:lnTo>
                  <a:pt x="137461" y="732"/>
                </a:lnTo>
                <a:lnTo>
                  <a:pt x="152399" y="0"/>
                </a:lnTo>
                <a:lnTo>
                  <a:pt x="1904999" y="0"/>
                </a:lnTo>
                <a:lnTo>
                  <a:pt x="1949239" y="6557"/>
                </a:lnTo>
                <a:lnTo>
                  <a:pt x="1989668" y="25679"/>
                </a:lnTo>
                <a:lnTo>
                  <a:pt x="2022807" y="55715"/>
                </a:lnTo>
                <a:lnTo>
                  <a:pt x="2045798" y="94075"/>
                </a:lnTo>
                <a:lnTo>
                  <a:pt x="2056667" y="137460"/>
                </a:lnTo>
                <a:lnTo>
                  <a:pt x="2057399" y="152399"/>
                </a:lnTo>
                <a:lnTo>
                  <a:pt x="2057399" y="1190624"/>
                </a:lnTo>
                <a:lnTo>
                  <a:pt x="2050838" y="1234862"/>
                </a:lnTo>
                <a:lnTo>
                  <a:pt x="2031715" y="1275291"/>
                </a:lnTo>
                <a:lnTo>
                  <a:pt x="2001682" y="1308429"/>
                </a:lnTo>
                <a:lnTo>
                  <a:pt x="1963320" y="1331418"/>
                </a:lnTo>
                <a:lnTo>
                  <a:pt x="1919937" y="1342292"/>
                </a:lnTo>
                <a:lnTo>
                  <a:pt x="1904999" y="1343024"/>
                </a:lnTo>
                <a:close/>
              </a:path>
            </a:pathLst>
          </a:custGeom>
          <a:solidFill>
            <a:srgbClr val="F1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9648" y="2511006"/>
            <a:ext cx="904240" cy="79184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150" spc="-25">
                <a:solidFill>
                  <a:srgbClr val="FF7758"/>
                </a:solidFill>
                <a:latin typeface="Lucida Sans Unicode"/>
                <a:cs typeface="Lucida Sans Unicode"/>
              </a:rPr>
              <a:t>70%</a:t>
            </a:r>
            <a:endParaRPr sz="21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50" spc="-250">
                <a:latin typeface="Malgun Gothic"/>
                <a:cs typeface="Malgun Gothic"/>
              </a:rPr>
              <a:t>작업</a:t>
            </a:r>
            <a:r>
              <a:rPr dirty="0" sz="1250" spc="-60">
                <a:latin typeface="Malgun Gothic"/>
                <a:cs typeface="Malgun Gothic"/>
              </a:rPr>
              <a:t> </a:t>
            </a:r>
            <a:r>
              <a:rPr dirty="0" sz="1250" spc="-190">
                <a:latin typeface="Malgun Gothic"/>
                <a:cs typeface="Malgun Gothic"/>
              </a:rPr>
              <a:t>시간</a:t>
            </a:r>
            <a:r>
              <a:rPr dirty="0" sz="1250" spc="-185">
                <a:latin typeface="Malgun Gothic"/>
                <a:cs typeface="Malgun Gothic"/>
              </a:rPr>
              <a:t> </a:t>
            </a:r>
            <a:r>
              <a:rPr dirty="0" sz="1250" spc="-150">
                <a:latin typeface="Malgun Gothic"/>
                <a:cs typeface="Malgun Gothic"/>
              </a:rPr>
              <a:t>단축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648" y="3342511"/>
            <a:ext cx="1729105" cy="371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20"/>
              </a:spcBef>
            </a:pPr>
            <a:r>
              <a:rPr dirty="0" sz="950" spc="-100">
                <a:solidFill>
                  <a:srgbClr val="202020"/>
                </a:solidFill>
                <a:latin typeface="Malgun Gothic"/>
                <a:cs typeface="Malgun Gothic"/>
              </a:rPr>
              <a:t>복사</a:t>
            </a:r>
            <a:r>
              <a:rPr dirty="0" sz="950" spc="-100">
                <a:solidFill>
                  <a:srgbClr val="202020"/>
                </a:solidFill>
                <a:latin typeface="Microsoft Sans Serif"/>
                <a:cs typeface="Microsoft Sans Serif"/>
              </a:rPr>
              <a:t>-</a:t>
            </a:r>
            <a:r>
              <a:rPr dirty="0" sz="950" spc="-195">
                <a:solidFill>
                  <a:srgbClr val="202020"/>
                </a:solidFill>
                <a:latin typeface="Malgun Gothic"/>
                <a:cs typeface="Malgun Gothic"/>
              </a:rPr>
              <a:t>붙여넣기</a:t>
            </a:r>
            <a:r>
              <a:rPr dirty="0" sz="950" spc="-4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00">
                <a:solidFill>
                  <a:srgbClr val="202020"/>
                </a:solidFill>
                <a:latin typeface="Malgun Gothic"/>
                <a:cs typeface="Malgun Gothic"/>
              </a:rPr>
              <a:t>과정</a:t>
            </a:r>
            <a:r>
              <a:rPr dirty="0" sz="950" spc="-5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제거로</a:t>
            </a:r>
            <a:r>
              <a:rPr dirty="0" sz="95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950" spc="7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70">
                <a:solidFill>
                  <a:srgbClr val="202020"/>
                </a:solidFill>
                <a:latin typeface="Malgun Gothic"/>
                <a:cs typeface="Malgun Gothic"/>
              </a:rPr>
              <a:t>활용</a:t>
            </a:r>
            <a:r>
              <a:rPr dirty="0" sz="95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35">
                <a:solidFill>
                  <a:srgbClr val="202020"/>
                </a:solidFill>
                <a:latin typeface="Malgun Gothic"/>
                <a:cs typeface="Malgun Gothic"/>
              </a:rPr>
              <a:t>시 </a:t>
            </a:r>
            <a:r>
              <a:rPr dirty="0" sz="950" spc="-130">
                <a:solidFill>
                  <a:srgbClr val="202020"/>
                </a:solidFill>
                <a:latin typeface="Malgun Gothic"/>
                <a:cs typeface="Malgun Gothic"/>
              </a:rPr>
              <a:t>간 </a:t>
            </a:r>
            <a:r>
              <a:rPr dirty="0" sz="950" spc="-165">
                <a:solidFill>
                  <a:srgbClr val="202020"/>
                </a:solidFill>
                <a:latin typeface="Malgun Gothic"/>
                <a:cs typeface="Malgun Gothic"/>
              </a:rPr>
              <a:t>대폭</a:t>
            </a:r>
            <a:r>
              <a:rPr dirty="0" sz="950" spc="-11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절감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52724" y="2533648"/>
            <a:ext cx="2057400" cy="1343025"/>
          </a:xfrm>
          <a:custGeom>
            <a:avLst/>
            <a:gdLst/>
            <a:ahLst/>
            <a:cxnLst/>
            <a:rect l="l" t="t" r="r" b="b"/>
            <a:pathLst>
              <a:path w="2057400" h="1343025">
                <a:moveTo>
                  <a:pt x="1904999" y="1343024"/>
                </a:moveTo>
                <a:lnTo>
                  <a:pt x="152399" y="1343024"/>
                </a:lnTo>
                <a:lnTo>
                  <a:pt x="144912" y="1342841"/>
                </a:lnTo>
                <a:lnTo>
                  <a:pt x="101065" y="1334117"/>
                </a:lnTo>
                <a:lnTo>
                  <a:pt x="61607" y="1313025"/>
                </a:lnTo>
                <a:lnTo>
                  <a:pt x="29995" y="1281414"/>
                </a:lnTo>
                <a:lnTo>
                  <a:pt x="8904" y="1241953"/>
                </a:lnTo>
                <a:lnTo>
                  <a:pt x="182" y="1198111"/>
                </a:lnTo>
                <a:lnTo>
                  <a:pt x="0" y="1190624"/>
                </a:lnTo>
                <a:lnTo>
                  <a:pt x="0" y="152399"/>
                </a:lnTo>
                <a:lnTo>
                  <a:pt x="6560" y="108154"/>
                </a:lnTo>
                <a:lnTo>
                  <a:pt x="25683" y="67723"/>
                </a:lnTo>
                <a:lnTo>
                  <a:pt x="55717" y="34589"/>
                </a:lnTo>
                <a:lnTo>
                  <a:pt x="94078" y="11599"/>
                </a:lnTo>
                <a:lnTo>
                  <a:pt x="137461" y="732"/>
                </a:lnTo>
                <a:lnTo>
                  <a:pt x="152399" y="0"/>
                </a:lnTo>
                <a:lnTo>
                  <a:pt x="1904999" y="0"/>
                </a:lnTo>
                <a:lnTo>
                  <a:pt x="1949239" y="6557"/>
                </a:lnTo>
                <a:lnTo>
                  <a:pt x="1989668" y="25679"/>
                </a:lnTo>
                <a:lnTo>
                  <a:pt x="2022807" y="55715"/>
                </a:lnTo>
                <a:lnTo>
                  <a:pt x="2045798" y="94075"/>
                </a:lnTo>
                <a:lnTo>
                  <a:pt x="2056667" y="137460"/>
                </a:lnTo>
                <a:lnTo>
                  <a:pt x="2057399" y="152399"/>
                </a:lnTo>
                <a:lnTo>
                  <a:pt x="2057399" y="1190624"/>
                </a:lnTo>
                <a:lnTo>
                  <a:pt x="2050838" y="1234862"/>
                </a:lnTo>
                <a:lnTo>
                  <a:pt x="2031715" y="1275291"/>
                </a:lnTo>
                <a:lnTo>
                  <a:pt x="2001682" y="1308429"/>
                </a:lnTo>
                <a:lnTo>
                  <a:pt x="1963320" y="1331418"/>
                </a:lnTo>
                <a:lnTo>
                  <a:pt x="1919937" y="1342292"/>
                </a:lnTo>
                <a:lnTo>
                  <a:pt x="1904999" y="1343024"/>
                </a:lnTo>
                <a:close/>
              </a:path>
            </a:pathLst>
          </a:custGeom>
          <a:solidFill>
            <a:srgbClr val="F1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90341" y="2511006"/>
            <a:ext cx="694690" cy="79184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150" spc="-60">
                <a:solidFill>
                  <a:srgbClr val="FF7758"/>
                </a:solidFill>
                <a:latin typeface="Lucida Sans Unicode"/>
                <a:cs typeface="Lucida Sans Unicode"/>
              </a:rPr>
              <a:t>100%</a:t>
            </a:r>
            <a:endParaRPr sz="21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50" spc="-245">
                <a:latin typeface="Malgun Gothic"/>
                <a:cs typeface="Malgun Gothic"/>
              </a:rPr>
              <a:t>앱</a:t>
            </a:r>
            <a:r>
              <a:rPr dirty="0" sz="1250" spc="-95">
                <a:latin typeface="Malgun Gothic"/>
                <a:cs typeface="Malgun Gothic"/>
              </a:rPr>
              <a:t> </a:t>
            </a:r>
            <a:r>
              <a:rPr dirty="0" sz="1250" spc="-25">
                <a:latin typeface="Malgun Gothic"/>
                <a:cs typeface="Malgun Gothic"/>
              </a:rPr>
              <a:t>호환성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0341" y="3342795"/>
            <a:ext cx="1708785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20"/>
              </a:spcBef>
            </a:pPr>
            <a:r>
              <a:rPr dirty="0" sz="950" spc="-20">
                <a:solidFill>
                  <a:srgbClr val="202020"/>
                </a:solidFill>
                <a:latin typeface="Microsoft Sans Serif"/>
                <a:cs typeface="Microsoft Sans Serif"/>
              </a:rPr>
              <a:t>Teams,</a:t>
            </a:r>
            <a:r>
              <a:rPr dirty="0" sz="950" spc="-4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202020"/>
                </a:solidFill>
                <a:latin typeface="Microsoft Sans Serif"/>
                <a:cs typeface="Microsoft Sans Serif"/>
              </a:rPr>
              <a:t>IDE,</a:t>
            </a:r>
            <a:r>
              <a:rPr dirty="0" sz="950" spc="1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Word,</a:t>
            </a:r>
            <a:r>
              <a:rPr dirty="0" sz="950" spc="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95">
                <a:solidFill>
                  <a:srgbClr val="202020"/>
                </a:solidFill>
                <a:latin typeface="Malgun Gothic"/>
                <a:cs typeface="Malgun Gothic"/>
              </a:rPr>
              <a:t>브라우저</a:t>
            </a:r>
            <a:r>
              <a:rPr dirty="0" sz="950" spc="-4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202020"/>
                </a:solidFill>
                <a:latin typeface="Malgun Gothic"/>
                <a:cs typeface="Malgun Gothic"/>
              </a:rPr>
              <a:t>등</a:t>
            </a:r>
            <a:r>
              <a:rPr dirty="0" sz="95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모 </a:t>
            </a:r>
            <a:r>
              <a:rPr dirty="0" sz="950" spc="-150">
                <a:solidFill>
                  <a:srgbClr val="202020"/>
                </a:solidFill>
                <a:latin typeface="Malgun Gothic"/>
                <a:cs typeface="Malgun Gothic"/>
              </a:rPr>
              <a:t>든</a:t>
            </a:r>
            <a:r>
              <a:rPr dirty="0" sz="950" spc="-11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텍스트</a:t>
            </a:r>
            <a:r>
              <a:rPr dirty="0" sz="950" spc="-10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10">
                <a:solidFill>
                  <a:srgbClr val="202020"/>
                </a:solidFill>
                <a:latin typeface="Malgun Gothic"/>
                <a:cs typeface="Malgun Gothic"/>
              </a:rPr>
              <a:t>입력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00">
                <a:solidFill>
                  <a:srgbClr val="202020"/>
                </a:solidFill>
                <a:latin typeface="Malgun Gothic"/>
                <a:cs typeface="Malgun Gothic"/>
              </a:rPr>
              <a:t>환경</a:t>
            </a:r>
            <a:r>
              <a:rPr dirty="0" sz="950" spc="-3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지원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62524" y="2533648"/>
            <a:ext cx="2057400" cy="1343025"/>
          </a:xfrm>
          <a:custGeom>
            <a:avLst/>
            <a:gdLst/>
            <a:ahLst/>
            <a:cxnLst/>
            <a:rect l="l" t="t" r="r" b="b"/>
            <a:pathLst>
              <a:path w="2057400" h="1343025">
                <a:moveTo>
                  <a:pt x="1904999" y="1343024"/>
                </a:moveTo>
                <a:lnTo>
                  <a:pt x="152399" y="1343024"/>
                </a:lnTo>
                <a:lnTo>
                  <a:pt x="144912" y="1342841"/>
                </a:lnTo>
                <a:lnTo>
                  <a:pt x="101064" y="1334117"/>
                </a:lnTo>
                <a:lnTo>
                  <a:pt x="61606" y="1313025"/>
                </a:lnTo>
                <a:lnTo>
                  <a:pt x="29994" y="1281414"/>
                </a:lnTo>
                <a:lnTo>
                  <a:pt x="8903" y="1241953"/>
                </a:lnTo>
                <a:lnTo>
                  <a:pt x="182" y="1198111"/>
                </a:lnTo>
                <a:lnTo>
                  <a:pt x="0" y="1190624"/>
                </a:lnTo>
                <a:lnTo>
                  <a:pt x="0" y="152399"/>
                </a:lnTo>
                <a:lnTo>
                  <a:pt x="6559" y="108154"/>
                </a:lnTo>
                <a:lnTo>
                  <a:pt x="25682" y="67723"/>
                </a:lnTo>
                <a:lnTo>
                  <a:pt x="55716" y="34589"/>
                </a:lnTo>
                <a:lnTo>
                  <a:pt x="94077" y="11599"/>
                </a:lnTo>
                <a:lnTo>
                  <a:pt x="137461" y="732"/>
                </a:lnTo>
                <a:lnTo>
                  <a:pt x="152399" y="0"/>
                </a:lnTo>
                <a:lnTo>
                  <a:pt x="1904999" y="0"/>
                </a:lnTo>
                <a:lnTo>
                  <a:pt x="1949238" y="6557"/>
                </a:lnTo>
                <a:lnTo>
                  <a:pt x="1989667" y="25679"/>
                </a:lnTo>
                <a:lnTo>
                  <a:pt x="2022807" y="55715"/>
                </a:lnTo>
                <a:lnTo>
                  <a:pt x="2045798" y="94075"/>
                </a:lnTo>
                <a:lnTo>
                  <a:pt x="2056667" y="137460"/>
                </a:lnTo>
                <a:lnTo>
                  <a:pt x="2057399" y="152399"/>
                </a:lnTo>
                <a:lnTo>
                  <a:pt x="2057399" y="1190624"/>
                </a:lnTo>
                <a:lnTo>
                  <a:pt x="2050838" y="1234862"/>
                </a:lnTo>
                <a:lnTo>
                  <a:pt x="2031714" y="1275291"/>
                </a:lnTo>
                <a:lnTo>
                  <a:pt x="2001681" y="1308429"/>
                </a:lnTo>
                <a:lnTo>
                  <a:pt x="1963319" y="1331418"/>
                </a:lnTo>
                <a:lnTo>
                  <a:pt x="1919937" y="1342292"/>
                </a:lnTo>
                <a:lnTo>
                  <a:pt x="1904999" y="1343024"/>
                </a:lnTo>
                <a:close/>
              </a:path>
            </a:pathLst>
          </a:custGeom>
          <a:solidFill>
            <a:srgbClr val="F1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01182" y="2522310"/>
            <a:ext cx="913765" cy="78105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2150" spc="-340">
                <a:solidFill>
                  <a:srgbClr val="FF7758"/>
                </a:solidFill>
                <a:latin typeface="Lucida Sans Unicode"/>
                <a:cs typeface="Lucida Sans Unicode"/>
              </a:rPr>
              <a:t>6+</a:t>
            </a:r>
            <a:endParaRPr sz="21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 spc="-10">
                <a:latin typeface="Microsoft Sans Serif"/>
                <a:cs typeface="Microsoft Sans Serif"/>
              </a:rPr>
              <a:t>AI</a:t>
            </a:r>
            <a:r>
              <a:rPr dirty="0" sz="1300" spc="-75">
                <a:latin typeface="Microsoft Sans Serif"/>
                <a:cs typeface="Microsoft Sans Serif"/>
              </a:rPr>
              <a:t> </a:t>
            </a:r>
            <a:r>
              <a:rPr dirty="0" sz="1250" spc="-195">
                <a:latin typeface="Malgun Gothic"/>
                <a:cs typeface="Malgun Gothic"/>
              </a:rPr>
              <a:t>제공사</a:t>
            </a:r>
            <a:r>
              <a:rPr dirty="0" sz="1250" spc="-204">
                <a:latin typeface="Malgun Gothic"/>
                <a:cs typeface="Malgun Gothic"/>
              </a:rPr>
              <a:t> </a:t>
            </a:r>
            <a:r>
              <a:rPr dirty="0" sz="1250" spc="-175">
                <a:latin typeface="Malgun Gothic"/>
                <a:cs typeface="Malgun Gothic"/>
              </a:rPr>
              <a:t>지원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01183" y="3342795"/>
            <a:ext cx="1774189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20"/>
              </a:spcBef>
            </a:pPr>
            <a:r>
              <a:rPr dirty="0" sz="950" spc="-170">
                <a:solidFill>
                  <a:srgbClr val="202020"/>
                </a:solidFill>
                <a:latin typeface="Malgun Gothic"/>
                <a:cs typeface="Malgun Gothic"/>
              </a:rPr>
              <a:t>다양한</a:t>
            </a:r>
            <a:r>
              <a:rPr dirty="0" sz="950" spc="-13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950" spc="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모델을</a:t>
            </a:r>
            <a:r>
              <a:rPr dirty="0" sz="95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자유롭게</a:t>
            </a:r>
            <a:r>
              <a:rPr dirty="0" sz="950" spc="-7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선택하여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60">
                <a:solidFill>
                  <a:srgbClr val="202020"/>
                </a:solidFill>
                <a:latin typeface="Malgun Gothic"/>
                <a:cs typeface="Malgun Gothic"/>
              </a:rPr>
              <a:t>비</a:t>
            </a:r>
            <a:r>
              <a:rPr dirty="0" sz="950" spc="50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202020"/>
                </a:solidFill>
                <a:latin typeface="Malgun Gothic"/>
                <a:cs typeface="Malgun Gothic"/>
              </a:rPr>
              <a:t>용과</a:t>
            </a:r>
            <a:r>
              <a:rPr dirty="0" sz="950" spc="-14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품질</a:t>
            </a:r>
            <a:r>
              <a:rPr dirty="0" sz="950" spc="-6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202020"/>
                </a:solidFill>
                <a:latin typeface="Malgun Gothic"/>
                <a:cs typeface="Malgun Gothic"/>
              </a:rPr>
              <a:t>최적화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2924" y="3876675"/>
            <a:ext cx="6477000" cy="1714500"/>
          </a:xfrm>
          <a:custGeom>
            <a:avLst/>
            <a:gdLst/>
            <a:ahLst/>
            <a:cxnLst/>
            <a:rect l="l" t="t" r="r" b="b"/>
            <a:pathLst>
              <a:path w="6477000" h="1714500">
                <a:moveTo>
                  <a:pt x="6274312" y="1714497"/>
                </a:moveTo>
                <a:lnTo>
                  <a:pt x="202686" y="1714497"/>
                </a:lnTo>
                <a:lnTo>
                  <a:pt x="195840" y="1714160"/>
                </a:lnTo>
                <a:lnTo>
                  <a:pt x="155288" y="1707468"/>
                </a:lnTo>
                <a:lnTo>
                  <a:pt x="116821" y="1692987"/>
                </a:lnTo>
                <a:lnTo>
                  <a:pt x="81918" y="1671283"/>
                </a:lnTo>
                <a:lnTo>
                  <a:pt x="51919" y="1643190"/>
                </a:lnTo>
                <a:lnTo>
                  <a:pt x="27978" y="1609781"/>
                </a:lnTo>
                <a:lnTo>
                  <a:pt x="11015" y="1572344"/>
                </a:lnTo>
                <a:lnTo>
                  <a:pt x="1681" y="1532318"/>
                </a:lnTo>
                <a:lnTo>
                  <a:pt x="0" y="1511812"/>
                </a:lnTo>
                <a:lnTo>
                  <a:pt x="0" y="1504947"/>
                </a:lnTo>
                <a:lnTo>
                  <a:pt x="0" y="202685"/>
                </a:lnTo>
                <a:lnTo>
                  <a:pt x="5365" y="161934"/>
                </a:lnTo>
                <a:lnTo>
                  <a:pt x="18577" y="123013"/>
                </a:lnTo>
                <a:lnTo>
                  <a:pt x="39128" y="87420"/>
                </a:lnTo>
                <a:lnTo>
                  <a:pt x="66228" y="56520"/>
                </a:lnTo>
                <a:lnTo>
                  <a:pt x="98836" y="31501"/>
                </a:lnTo>
                <a:lnTo>
                  <a:pt x="135699" y="13320"/>
                </a:lnTo>
                <a:lnTo>
                  <a:pt x="175399" y="2686"/>
                </a:lnTo>
                <a:lnTo>
                  <a:pt x="202686" y="0"/>
                </a:lnTo>
                <a:lnTo>
                  <a:pt x="6274312" y="0"/>
                </a:lnTo>
                <a:lnTo>
                  <a:pt x="6315061" y="5362"/>
                </a:lnTo>
                <a:lnTo>
                  <a:pt x="6353980" y="18573"/>
                </a:lnTo>
                <a:lnTo>
                  <a:pt x="6389575" y="39125"/>
                </a:lnTo>
                <a:lnTo>
                  <a:pt x="6420476" y="66226"/>
                </a:lnTo>
                <a:lnTo>
                  <a:pt x="6445495" y="98831"/>
                </a:lnTo>
                <a:lnTo>
                  <a:pt x="6463673" y="135694"/>
                </a:lnTo>
                <a:lnTo>
                  <a:pt x="6474311" y="175397"/>
                </a:lnTo>
                <a:lnTo>
                  <a:pt x="6476999" y="202685"/>
                </a:lnTo>
                <a:lnTo>
                  <a:pt x="6476999" y="1511812"/>
                </a:lnTo>
                <a:lnTo>
                  <a:pt x="6471632" y="1552558"/>
                </a:lnTo>
                <a:lnTo>
                  <a:pt x="6458420" y="1591477"/>
                </a:lnTo>
                <a:lnTo>
                  <a:pt x="6437870" y="1627072"/>
                </a:lnTo>
                <a:lnTo>
                  <a:pt x="6410770" y="1657975"/>
                </a:lnTo>
                <a:lnTo>
                  <a:pt x="6378162" y="1682994"/>
                </a:lnTo>
                <a:lnTo>
                  <a:pt x="6341300" y="1701170"/>
                </a:lnTo>
                <a:lnTo>
                  <a:pt x="6301599" y="1711810"/>
                </a:lnTo>
                <a:lnTo>
                  <a:pt x="6281159" y="1714162"/>
                </a:lnTo>
                <a:lnTo>
                  <a:pt x="6274312" y="1714497"/>
                </a:lnTo>
                <a:close/>
              </a:path>
            </a:pathLst>
          </a:custGeom>
          <a:solidFill>
            <a:srgbClr val="003C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55848" y="4072763"/>
            <a:ext cx="111379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95">
                <a:solidFill>
                  <a:srgbClr val="FFFFFF"/>
                </a:solidFill>
                <a:latin typeface="Malgun Gothic"/>
                <a:cs typeface="Malgun Gothic"/>
              </a:rPr>
              <a:t>핵심</a:t>
            </a:r>
            <a:r>
              <a:rPr dirty="0" sz="1550" spc="-114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550" spc="-295">
                <a:solidFill>
                  <a:srgbClr val="FFFFFF"/>
                </a:solidFill>
                <a:latin typeface="Malgun Gothic"/>
                <a:cs typeface="Malgun Gothic"/>
              </a:rPr>
              <a:t>가치</a:t>
            </a:r>
            <a:r>
              <a:rPr dirty="0" sz="1550" spc="-12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550" spc="-190">
                <a:solidFill>
                  <a:srgbClr val="FFFFFF"/>
                </a:solidFill>
                <a:latin typeface="Malgun Gothic"/>
                <a:cs typeface="Malgun Gothic"/>
              </a:rPr>
              <a:t>제안</a:t>
            </a:r>
            <a:endParaRPr sz="155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5848" y="4427245"/>
            <a:ext cx="1026794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195">
                <a:solidFill>
                  <a:srgbClr val="FFFFFF"/>
                </a:solidFill>
                <a:latin typeface="Malgun Gothic"/>
                <a:cs typeface="Malgun Gothic"/>
              </a:rPr>
              <a:t>사용자</a:t>
            </a:r>
            <a:r>
              <a:rPr dirty="0" sz="1250" spc="-204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50" spc="-245">
                <a:solidFill>
                  <a:srgbClr val="FFFFFF"/>
                </a:solidFill>
                <a:latin typeface="Malgun Gothic"/>
                <a:cs typeface="Malgun Gothic"/>
              </a:rPr>
              <a:t>경험</a:t>
            </a:r>
            <a:r>
              <a:rPr dirty="0" sz="1250" spc="-7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50" spc="-175">
                <a:solidFill>
                  <a:srgbClr val="FFFFFF"/>
                </a:solidFill>
                <a:latin typeface="Malgun Gothic"/>
                <a:cs typeface="Malgun Gothic"/>
              </a:rPr>
              <a:t>혁신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3436" y="4427245"/>
            <a:ext cx="1025525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50" spc="-240">
                <a:solidFill>
                  <a:srgbClr val="FFFFFF"/>
                </a:solidFill>
                <a:latin typeface="Malgun Gothic"/>
                <a:cs typeface="Malgun Gothic"/>
              </a:rPr>
              <a:t>기업</a:t>
            </a:r>
            <a:r>
              <a:rPr dirty="0" sz="1250" spc="-7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50" spc="-240">
                <a:solidFill>
                  <a:srgbClr val="FFFFFF"/>
                </a:solidFill>
                <a:latin typeface="Malgun Gothic"/>
                <a:cs typeface="Malgun Gothic"/>
              </a:rPr>
              <a:t>환경</a:t>
            </a:r>
            <a:r>
              <a:rPr dirty="0" sz="1250" spc="-8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50" spc="-195">
                <a:solidFill>
                  <a:srgbClr val="FFFFFF"/>
                </a:solidFill>
                <a:latin typeface="Malgun Gothic"/>
                <a:cs typeface="Malgun Gothic"/>
              </a:rPr>
              <a:t>적합성</a:t>
            </a:r>
            <a:endParaRPr sz="1250">
              <a:latin typeface="Malgun Gothic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924" y="6315075"/>
            <a:ext cx="6477000" cy="1724025"/>
            <a:chOff x="542924" y="6315075"/>
            <a:chExt cx="6477000" cy="1724025"/>
          </a:xfrm>
        </p:grpSpPr>
        <p:sp>
          <p:nvSpPr>
            <p:cNvPr id="19" name="object 19"/>
            <p:cNvSpPr/>
            <p:nvPr/>
          </p:nvSpPr>
          <p:spPr>
            <a:xfrm>
              <a:off x="542924" y="6315075"/>
              <a:ext cx="6477000" cy="1724025"/>
            </a:xfrm>
            <a:custGeom>
              <a:avLst/>
              <a:gdLst/>
              <a:ahLst/>
              <a:cxnLst/>
              <a:rect l="l" t="t" r="r" b="b"/>
              <a:pathLst>
                <a:path w="6477000" h="1724025">
                  <a:moveTo>
                    <a:pt x="6274312" y="1724022"/>
                  </a:moveTo>
                  <a:lnTo>
                    <a:pt x="202686" y="1724022"/>
                  </a:lnTo>
                  <a:lnTo>
                    <a:pt x="195840" y="1723687"/>
                  </a:lnTo>
                  <a:lnTo>
                    <a:pt x="155288" y="1716995"/>
                  </a:lnTo>
                  <a:lnTo>
                    <a:pt x="116821" y="1702512"/>
                  </a:lnTo>
                  <a:lnTo>
                    <a:pt x="81918" y="1680811"/>
                  </a:lnTo>
                  <a:lnTo>
                    <a:pt x="51919" y="1652720"/>
                  </a:lnTo>
                  <a:lnTo>
                    <a:pt x="27978" y="1619304"/>
                  </a:lnTo>
                  <a:lnTo>
                    <a:pt x="11015" y="1581864"/>
                  </a:lnTo>
                  <a:lnTo>
                    <a:pt x="1681" y="1541843"/>
                  </a:lnTo>
                  <a:lnTo>
                    <a:pt x="0" y="1521332"/>
                  </a:lnTo>
                  <a:lnTo>
                    <a:pt x="0" y="1514472"/>
                  </a:lnTo>
                  <a:lnTo>
                    <a:pt x="0" y="202685"/>
                  </a:lnTo>
                  <a:lnTo>
                    <a:pt x="5365" y="161934"/>
                  </a:lnTo>
                  <a:lnTo>
                    <a:pt x="18577" y="123011"/>
                  </a:lnTo>
                  <a:lnTo>
                    <a:pt x="39128" y="87420"/>
                  </a:lnTo>
                  <a:lnTo>
                    <a:pt x="66228" y="56520"/>
                  </a:lnTo>
                  <a:lnTo>
                    <a:pt x="98836" y="31501"/>
                  </a:lnTo>
                  <a:lnTo>
                    <a:pt x="135699" y="13322"/>
                  </a:lnTo>
                  <a:lnTo>
                    <a:pt x="175399" y="2686"/>
                  </a:lnTo>
                  <a:lnTo>
                    <a:pt x="202686" y="0"/>
                  </a:lnTo>
                  <a:lnTo>
                    <a:pt x="6274312" y="0"/>
                  </a:lnTo>
                  <a:lnTo>
                    <a:pt x="6315061" y="5365"/>
                  </a:lnTo>
                  <a:lnTo>
                    <a:pt x="6353980" y="18573"/>
                  </a:lnTo>
                  <a:lnTo>
                    <a:pt x="6389575" y="39125"/>
                  </a:lnTo>
                  <a:lnTo>
                    <a:pt x="6420476" y="66226"/>
                  </a:lnTo>
                  <a:lnTo>
                    <a:pt x="6445495" y="98834"/>
                  </a:lnTo>
                  <a:lnTo>
                    <a:pt x="6463673" y="135694"/>
                  </a:lnTo>
                  <a:lnTo>
                    <a:pt x="6474311" y="175397"/>
                  </a:lnTo>
                  <a:lnTo>
                    <a:pt x="6476999" y="202685"/>
                  </a:lnTo>
                  <a:lnTo>
                    <a:pt x="6476999" y="1521332"/>
                  </a:lnTo>
                  <a:lnTo>
                    <a:pt x="6471632" y="1562078"/>
                  </a:lnTo>
                  <a:lnTo>
                    <a:pt x="6458420" y="1600998"/>
                  </a:lnTo>
                  <a:lnTo>
                    <a:pt x="6437870" y="1636595"/>
                  </a:lnTo>
                  <a:lnTo>
                    <a:pt x="6410770" y="1667495"/>
                  </a:lnTo>
                  <a:lnTo>
                    <a:pt x="6378162" y="1692513"/>
                  </a:lnTo>
                  <a:lnTo>
                    <a:pt x="6341300" y="1710698"/>
                  </a:lnTo>
                  <a:lnTo>
                    <a:pt x="6301599" y="1721335"/>
                  </a:lnTo>
                  <a:lnTo>
                    <a:pt x="6281159" y="1723687"/>
                  </a:lnTo>
                  <a:lnTo>
                    <a:pt x="6274312" y="1724022"/>
                  </a:lnTo>
                  <a:close/>
                </a:path>
              </a:pathLst>
            </a:custGeom>
            <a:solidFill>
              <a:srgbClr val="EDEC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33424" y="7343773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6095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095999" y="0"/>
                  </a:lnTo>
                  <a:lnTo>
                    <a:pt x="6095999" y="9524"/>
                  </a:lnTo>
                  <a:close/>
                </a:path>
              </a:pathLst>
            </a:custGeom>
            <a:solidFill>
              <a:srgbClr val="D9D9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27248" y="5787262"/>
            <a:ext cx="6278245" cy="2051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5">
                <a:latin typeface="Malgun Gothic"/>
                <a:cs typeface="Malgun Gothic"/>
              </a:rPr>
              <a:t>결론</a:t>
            </a:r>
            <a:endParaRPr sz="15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500">
              <a:latin typeface="Malgun Gothic"/>
              <a:cs typeface="Malgun Gothic"/>
            </a:endParaRPr>
          </a:p>
          <a:p>
            <a:pPr marL="202565" marR="819150">
              <a:lnSpc>
                <a:spcPct val="135200"/>
              </a:lnSpc>
            </a:pPr>
            <a:r>
              <a:rPr dirty="0" sz="1150" spc="-55">
                <a:solidFill>
                  <a:srgbClr val="202020"/>
                </a:solidFill>
                <a:latin typeface="Microsoft Sans Serif"/>
                <a:cs typeface="Microsoft Sans Serif"/>
              </a:rPr>
              <a:t>Dadumi</a:t>
            </a:r>
            <a:r>
              <a:rPr dirty="0" sz="1100" spc="-55">
                <a:solidFill>
                  <a:srgbClr val="202020"/>
                </a:solidFill>
                <a:latin typeface="Malgun Gothic"/>
                <a:cs typeface="Malgun Gothic"/>
              </a:rPr>
              <a:t>는</a:t>
            </a:r>
            <a:r>
              <a:rPr dirty="0" sz="1100" spc="-13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1100" spc="10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20">
                <a:solidFill>
                  <a:srgbClr val="202020"/>
                </a:solidFill>
                <a:latin typeface="Malgun Gothic"/>
                <a:cs typeface="Malgun Gothic"/>
              </a:rPr>
              <a:t>글쓰기</a:t>
            </a:r>
            <a:r>
              <a:rPr dirty="0" sz="1100" spc="-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15">
                <a:solidFill>
                  <a:srgbClr val="202020"/>
                </a:solidFill>
                <a:latin typeface="Malgun Gothic"/>
                <a:cs typeface="Malgun Gothic"/>
              </a:rPr>
              <a:t>도구의</a:t>
            </a:r>
            <a:r>
              <a:rPr dirty="0" sz="1100" spc="-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202020"/>
                </a:solidFill>
                <a:latin typeface="Malgun Gothic"/>
                <a:cs typeface="Malgun Gothic"/>
              </a:rPr>
              <a:t>접근성을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00">
                <a:solidFill>
                  <a:srgbClr val="202020"/>
                </a:solidFill>
                <a:latin typeface="Malgun Gothic"/>
                <a:cs typeface="Malgun Gothic"/>
              </a:rPr>
              <a:t>획기적으로</a:t>
            </a:r>
            <a:r>
              <a:rPr dirty="0" sz="1100" spc="-13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85">
                <a:solidFill>
                  <a:srgbClr val="202020"/>
                </a:solidFill>
                <a:latin typeface="Malgun Gothic"/>
                <a:cs typeface="Malgun Gothic"/>
              </a:rPr>
              <a:t>높이는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202020"/>
                </a:solidFill>
                <a:latin typeface="Malgun Gothic"/>
                <a:cs typeface="Malgun Gothic"/>
              </a:rPr>
              <a:t>네이티브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202020"/>
                </a:solidFill>
                <a:latin typeface="Malgun Gothic"/>
                <a:cs typeface="Malgun Gothic"/>
              </a:rPr>
              <a:t>데스크탑</a:t>
            </a:r>
            <a:r>
              <a:rPr dirty="0" sz="1100" spc="-1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60">
                <a:solidFill>
                  <a:srgbClr val="202020"/>
                </a:solidFill>
                <a:latin typeface="Malgun Gothic"/>
                <a:cs typeface="Malgun Gothic"/>
              </a:rPr>
              <a:t>어시스턴트입니다</a:t>
            </a:r>
            <a:r>
              <a:rPr dirty="0" sz="1100" spc="-60">
                <a:solidFill>
                  <a:srgbClr val="202020"/>
                </a:solidFill>
                <a:latin typeface="Microsoft Sans Serif"/>
                <a:cs typeface="Microsoft Sans Serif"/>
              </a:rPr>
              <a:t>. </a:t>
            </a:r>
            <a:r>
              <a:rPr dirty="0" sz="1100" spc="-185">
                <a:solidFill>
                  <a:srgbClr val="202020"/>
                </a:solidFill>
                <a:latin typeface="Malgun Gothic"/>
                <a:cs typeface="Malgun Gothic"/>
              </a:rPr>
              <a:t>기존</a:t>
            </a:r>
            <a:r>
              <a:rPr dirty="0" sz="1100" spc="-13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1100" spc="10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15">
                <a:solidFill>
                  <a:srgbClr val="202020"/>
                </a:solidFill>
                <a:latin typeface="Malgun Gothic"/>
                <a:cs typeface="Malgun Gothic"/>
              </a:rPr>
              <a:t>도구들이</a:t>
            </a:r>
            <a:r>
              <a:rPr dirty="0" sz="1100" spc="-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202020"/>
                </a:solidFill>
                <a:latin typeface="Malgun Gothic"/>
                <a:cs typeface="Malgun Gothic"/>
              </a:rPr>
              <a:t>요구하는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00">
                <a:solidFill>
                  <a:srgbClr val="202020"/>
                </a:solidFill>
                <a:latin typeface="Malgun Gothic"/>
                <a:cs typeface="Malgun Gothic"/>
              </a:rPr>
              <a:t>복사</a:t>
            </a:r>
            <a:r>
              <a:rPr dirty="0" sz="1100" spc="-100">
                <a:solidFill>
                  <a:srgbClr val="202020"/>
                </a:solidFill>
                <a:latin typeface="Microsoft Sans Serif"/>
                <a:cs typeface="Microsoft Sans Serif"/>
              </a:rPr>
              <a:t>-</a:t>
            </a:r>
            <a:r>
              <a:rPr dirty="0" sz="1100" spc="-185">
                <a:solidFill>
                  <a:srgbClr val="202020"/>
                </a:solidFill>
                <a:latin typeface="Malgun Gothic"/>
                <a:cs typeface="Malgun Gothic"/>
              </a:rPr>
              <a:t>붙여넣기</a:t>
            </a:r>
            <a:r>
              <a:rPr dirty="0" sz="1100" spc="-185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9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20">
                <a:solidFill>
                  <a:srgbClr val="202020"/>
                </a:solidFill>
                <a:latin typeface="Malgun Gothic"/>
                <a:cs typeface="Malgun Gothic"/>
              </a:rPr>
              <a:t>탭</a:t>
            </a:r>
            <a:r>
              <a:rPr dirty="0" sz="1100" spc="-5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65">
                <a:solidFill>
                  <a:srgbClr val="202020"/>
                </a:solidFill>
                <a:latin typeface="Malgun Gothic"/>
                <a:cs typeface="Malgun Gothic"/>
              </a:rPr>
              <a:t>전환</a:t>
            </a:r>
            <a:r>
              <a:rPr dirty="0" sz="1100" spc="-165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8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95">
                <a:solidFill>
                  <a:srgbClr val="202020"/>
                </a:solidFill>
                <a:latin typeface="Malgun Gothic"/>
                <a:cs typeface="Malgun Gothic"/>
              </a:rPr>
              <a:t>컨텍스트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65">
                <a:solidFill>
                  <a:srgbClr val="202020"/>
                </a:solidFill>
                <a:latin typeface="Malgun Gothic"/>
                <a:cs typeface="Malgun Gothic"/>
              </a:rPr>
              <a:t>오염</a:t>
            </a:r>
            <a:r>
              <a:rPr dirty="0" sz="1100" spc="-165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8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4">
                <a:solidFill>
                  <a:srgbClr val="202020"/>
                </a:solidFill>
                <a:latin typeface="Malgun Gothic"/>
                <a:cs typeface="Malgun Gothic"/>
              </a:rPr>
              <a:t>유실</a:t>
            </a:r>
            <a:r>
              <a:rPr dirty="0" sz="11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90">
                <a:solidFill>
                  <a:srgbClr val="202020"/>
                </a:solidFill>
                <a:latin typeface="Malgun Gothic"/>
                <a:cs typeface="Malgun Gothic"/>
              </a:rPr>
              <a:t>문제를</a:t>
            </a:r>
            <a:r>
              <a:rPr dirty="0" sz="1100" spc="-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00">
                <a:solidFill>
                  <a:srgbClr val="202020"/>
                </a:solidFill>
                <a:latin typeface="Malgun Gothic"/>
                <a:cs typeface="Malgun Gothic"/>
              </a:rPr>
              <a:t>근본적으로</a:t>
            </a:r>
            <a:r>
              <a:rPr dirty="0" sz="110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40">
                <a:solidFill>
                  <a:srgbClr val="202020"/>
                </a:solidFill>
                <a:latin typeface="Malgun Gothic"/>
                <a:cs typeface="Malgun Gothic"/>
              </a:rPr>
              <a:t>해결하여 </a:t>
            </a:r>
            <a:r>
              <a:rPr dirty="0" sz="1100" spc="-185">
                <a:solidFill>
                  <a:srgbClr val="202020"/>
                </a:solidFill>
                <a:latin typeface="Malgun Gothic"/>
                <a:cs typeface="Malgun Gothic"/>
              </a:rPr>
              <a:t>사용자가</a:t>
            </a:r>
            <a:r>
              <a:rPr dirty="0" sz="1100" spc="-15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50" spc="-195" b="1">
                <a:solidFill>
                  <a:srgbClr val="202020"/>
                </a:solidFill>
                <a:latin typeface="Malgun Gothic"/>
                <a:cs typeface="Malgun Gothic"/>
              </a:rPr>
              <a:t>본</a:t>
            </a:r>
            <a:r>
              <a:rPr dirty="0" sz="1100" spc="-195" b="1">
                <a:solidFill>
                  <a:srgbClr val="202020"/>
                </a:solidFill>
                <a:latin typeface="Malgun Gothic"/>
                <a:cs typeface="Malgun Gothic"/>
              </a:rPr>
              <a:t>연의</a:t>
            </a:r>
            <a:r>
              <a:rPr dirty="0" sz="11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90" b="1">
                <a:solidFill>
                  <a:srgbClr val="202020"/>
                </a:solidFill>
                <a:latin typeface="Malgun Gothic"/>
                <a:cs typeface="Malgun Gothic"/>
              </a:rPr>
              <a:t>업</a:t>
            </a:r>
            <a:r>
              <a:rPr dirty="0" sz="1050" spc="-190" b="1">
                <a:solidFill>
                  <a:srgbClr val="202020"/>
                </a:solidFill>
                <a:latin typeface="Malgun Gothic"/>
                <a:cs typeface="Malgun Gothic"/>
              </a:rPr>
              <a:t>무</a:t>
            </a:r>
            <a:r>
              <a:rPr dirty="0" sz="1100" spc="-190" b="1">
                <a:solidFill>
                  <a:srgbClr val="202020"/>
                </a:solidFill>
                <a:latin typeface="Malgun Gothic"/>
                <a:cs typeface="Malgun Gothic"/>
              </a:rPr>
              <a:t>에</a:t>
            </a:r>
            <a:r>
              <a:rPr dirty="0" sz="1100" spc="-8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15" b="1">
                <a:solidFill>
                  <a:srgbClr val="202020"/>
                </a:solidFill>
                <a:latin typeface="Malgun Gothic"/>
                <a:cs typeface="Malgun Gothic"/>
              </a:rPr>
              <a:t>집중</a:t>
            </a:r>
            <a:r>
              <a:rPr dirty="0" sz="1100" spc="-215">
                <a:solidFill>
                  <a:srgbClr val="202020"/>
                </a:solidFill>
                <a:latin typeface="Malgun Gothic"/>
                <a:cs typeface="Malgun Gothic"/>
              </a:rPr>
              <a:t>하면서</a:t>
            </a:r>
            <a:r>
              <a:rPr dirty="0" sz="1100" spc="-3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95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1100" spc="-95">
                <a:solidFill>
                  <a:srgbClr val="202020"/>
                </a:solidFill>
                <a:latin typeface="Malgun Gothic"/>
                <a:cs typeface="Malgun Gothic"/>
              </a:rPr>
              <a:t>의</a:t>
            </a:r>
            <a:r>
              <a:rPr dirty="0" sz="1100" spc="-3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90">
                <a:solidFill>
                  <a:srgbClr val="202020"/>
                </a:solidFill>
                <a:latin typeface="Malgun Gothic"/>
                <a:cs typeface="Malgun Gothic"/>
              </a:rPr>
              <a:t>도움을</a:t>
            </a:r>
            <a:r>
              <a:rPr dirty="0" sz="110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85">
                <a:solidFill>
                  <a:srgbClr val="202020"/>
                </a:solidFill>
                <a:latin typeface="Malgun Gothic"/>
                <a:cs typeface="Malgun Gothic"/>
              </a:rPr>
              <a:t>받을</a:t>
            </a:r>
            <a:r>
              <a:rPr dirty="0" sz="110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160">
                <a:solidFill>
                  <a:srgbClr val="202020"/>
                </a:solidFill>
                <a:latin typeface="Malgun Gothic"/>
                <a:cs typeface="Malgun Gothic"/>
              </a:rPr>
              <a:t>수</a:t>
            </a:r>
            <a:r>
              <a:rPr dirty="0" sz="1100" spc="-114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04">
                <a:solidFill>
                  <a:srgbClr val="202020"/>
                </a:solidFill>
                <a:latin typeface="Malgun Gothic"/>
                <a:cs typeface="Malgun Gothic"/>
              </a:rPr>
              <a:t>있게</a:t>
            </a:r>
            <a:r>
              <a:rPr dirty="0" sz="1100" spc="-6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0">
                <a:solidFill>
                  <a:srgbClr val="202020"/>
                </a:solidFill>
                <a:latin typeface="Malgun Gothic"/>
                <a:cs typeface="Malgun Gothic"/>
              </a:rPr>
              <a:t>합니다</a:t>
            </a:r>
            <a:r>
              <a:rPr dirty="0" sz="1100" spc="-20">
                <a:solidFill>
                  <a:srgbClr val="202020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202565" marR="5080">
              <a:lnSpc>
                <a:spcPct val="118400"/>
              </a:lnSpc>
            </a:pPr>
            <a:r>
              <a:rPr dirty="0" sz="950" spc="-10">
                <a:solidFill>
                  <a:srgbClr val="202020"/>
                </a:solidFill>
                <a:latin typeface="Microsoft Sans Serif"/>
                <a:cs typeface="Microsoft Sans Serif"/>
              </a:rPr>
              <a:t>Tauri</a:t>
            </a:r>
            <a:r>
              <a:rPr dirty="0" sz="950" spc="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v2</a:t>
            </a:r>
            <a:r>
              <a:rPr dirty="0" sz="950" spc="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0">
                <a:solidFill>
                  <a:srgbClr val="202020"/>
                </a:solidFill>
                <a:latin typeface="Malgun Gothic"/>
                <a:cs typeface="Malgun Gothic"/>
              </a:rPr>
              <a:t>기반의</a:t>
            </a:r>
            <a:r>
              <a:rPr dirty="0" sz="950" spc="-5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60">
                <a:solidFill>
                  <a:srgbClr val="202020"/>
                </a:solidFill>
                <a:latin typeface="Malgun Gothic"/>
                <a:cs typeface="Malgun Gothic"/>
              </a:rPr>
              <a:t>경량</a:t>
            </a:r>
            <a:r>
              <a:rPr dirty="0" sz="950" spc="-13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60">
                <a:solidFill>
                  <a:srgbClr val="202020"/>
                </a:solidFill>
                <a:latin typeface="Malgun Gothic"/>
                <a:cs typeface="Malgun Gothic"/>
              </a:rPr>
              <a:t>아키텍처</a:t>
            </a:r>
            <a:r>
              <a:rPr dirty="0" sz="950" spc="-160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950" spc="6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95">
                <a:solidFill>
                  <a:srgbClr val="202020"/>
                </a:solidFill>
                <a:latin typeface="Malgun Gothic"/>
                <a:cs typeface="Malgun Gothic"/>
              </a:rPr>
              <a:t>접근성</a:t>
            </a:r>
            <a:r>
              <a:rPr dirty="0" sz="950" spc="-5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30">
                <a:solidFill>
                  <a:srgbClr val="202020"/>
                </a:solidFill>
                <a:latin typeface="Microsoft Sans Serif"/>
                <a:cs typeface="Microsoft Sans Serif"/>
              </a:rPr>
              <a:t>API</a:t>
            </a:r>
            <a:r>
              <a:rPr dirty="0" sz="950" spc="7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45">
                <a:solidFill>
                  <a:srgbClr val="202020"/>
                </a:solidFill>
                <a:latin typeface="Malgun Gothic"/>
                <a:cs typeface="Malgun Gothic"/>
              </a:rPr>
              <a:t>활용</a:t>
            </a:r>
            <a:r>
              <a:rPr dirty="0" sz="950" spc="-145">
                <a:solidFill>
                  <a:srgbClr val="202020"/>
                </a:solidFill>
                <a:latin typeface="Microsoft Sans Serif"/>
                <a:cs typeface="Microsoft Sans Serif"/>
              </a:rPr>
              <a:t>,</a:t>
            </a:r>
            <a:r>
              <a:rPr dirty="0" sz="950" spc="6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70">
                <a:solidFill>
                  <a:srgbClr val="202020"/>
                </a:solidFill>
                <a:latin typeface="Malgun Gothic"/>
                <a:cs typeface="Malgun Gothic"/>
              </a:rPr>
              <a:t>다중</a:t>
            </a:r>
            <a:r>
              <a:rPr dirty="0" sz="95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950" spc="6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65">
                <a:solidFill>
                  <a:srgbClr val="202020"/>
                </a:solidFill>
                <a:latin typeface="Malgun Gothic"/>
                <a:cs typeface="Malgun Gothic"/>
              </a:rPr>
              <a:t>제공사</a:t>
            </a:r>
            <a:r>
              <a:rPr dirty="0" sz="950" spc="-14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202020"/>
                </a:solidFill>
                <a:latin typeface="Malgun Gothic"/>
                <a:cs typeface="Malgun Gothic"/>
              </a:rPr>
              <a:t>지원을</a:t>
            </a:r>
            <a:r>
              <a:rPr dirty="0" sz="950" spc="-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95">
                <a:solidFill>
                  <a:srgbClr val="202020"/>
                </a:solidFill>
                <a:latin typeface="Malgun Gothic"/>
                <a:cs typeface="Malgun Gothic"/>
              </a:rPr>
              <a:t>통해</a:t>
            </a:r>
            <a:r>
              <a:rPr dirty="0" sz="950" spc="-7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60">
                <a:solidFill>
                  <a:srgbClr val="202020"/>
                </a:solidFill>
                <a:latin typeface="Malgun Gothic"/>
                <a:cs typeface="Malgun Gothic"/>
              </a:rPr>
              <a:t>기업과</a:t>
            </a:r>
            <a:r>
              <a:rPr dirty="0" sz="950" spc="-15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개인</a:t>
            </a:r>
            <a:r>
              <a:rPr dirty="0" sz="950" spc="-6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85">
                <a:solidFill>
                  <a:srgbClr val="202020"/>
                </a:solidFill>
                <a:latin typeface="Malgun Gothic"/>
                <a:cs typeface="Malgun Gothic"/>
              </a:rPr>
              <a:t>모두에게</a:t>
            </a:r>
            <a:r>
              <a:rPr dirty="0" sz="950" spc="-7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75" b="1">
                <a:solidFill>
                  <a:srgbClr val="202020"/>
                </a:solidFill>
                <a:latin typeface="Malgun Gothic"/>
                <a:cs typeface="Malgun Gothic"/>
              </a:rPr>
              <a:t>유연하고</a:t>
            </a:r>
            <a:r>
              <a:rPr dirty="0" sz="950" spc="-14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165" b="1">
                <a:solidFill>
                  <a:srgbClr val="202020"/>
                </a:solidFill>
                <a:latin typeface="Malgun Gothic"/>
                <a:cs typeface="Malgun Gothic"/>
              </a:rPr>
              <a:t>안전한</a:t>
            </a:r>
            <a:r>
              <a:rPr dirty="0" sz="950" spc="-16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202020"/>
                </a:solidFill>
                <a:latin typeface="Microsoft Sans Serif"/>
                <a:cs typeface="Microsoft Sans Serif"/>
              </a:rPr>
              <a:t>AI</a:t>
            </a:r>
            <a:r>
              <a:rPr dirty="0" sz="950" spc="3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90" b="1">
                <a:solidFill>
                  <a:srgbClr val="202020"/>
                </a:solidFill>
                <a:latin typeface="Malgun Gothic"/>
                <a:cs typeface="Malgun Gothic"/>
              </a:rPr>
              <a:t>글쓰기</a:t>
            </a:r>
            <a:r>
              <a:rPr dirty="0" sz="95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950" spc="-55" b="1">
                <a:solidFill>
                  <a:srgbClr val="202020"/>
                </a:solidFill>
                <a:latin typeface="Malgun Gothic"/>
                <a:cs typeface="Malgun Gothic"/>
              </a:rPr>
              <a:t>환경</a:t>
            </a:r>
            <a:r>
              <a:rPr dirty="0" sz="950" spc="-55">
                <a:solidFill>
                  <a:srgbClr val="202020"/>
                </a:solidFill>
                <a:latin typeface="Malgun Gothic"/>
                <a:cs typeface="Malgun Gothic"/>
              </a:rPr>
              <a:t>을 </a:t>
            </a:r>
            <a:r>
              <a:rPr dirty="0" sz="950" spc="-10">
                <a:solidFill>
                  <a:srgbClr val="202020"/>
                </a:solidFill>
                <a:latin typeface="Malgun Gothic"/>
                <a:cs typeface="Malgun Gothic"/>
              </a:rPr>
              <a:t>제공합니다</a:t>
            </a:r>
            <a:r>
              <a:rPr dirty="0" sz="950" spc="-10">
                <a:solidFill>
                  <a:srgbClr val="202020"/>
                </a:solidFill>
                <a:latin typeface="Microsoft Sans Serif"/>
                <a:cs typeface="Microsoft Sans Serif"/>
              </a:rPr>
              <a:t>.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19374" y="8267698"/>
            <a:ext cx="2314575" cy="352425"/>
          </a:xfrm>
          <a:custGeom>
            <a:avLst/>
            <a:gdLst/>
            <a:ahLst/>
            <a:cxnLst/>
            <a:rect l="l" t="t" r="r" b="b"/>
            <a:pathLst>
              <a:path w="2314575" h="352425">
                <a:moveTo>
                  <a:pt x="2138362" y="352424"/>
                </a:moveTo>
                <a:lnTo>
                  <a:pt x="176212" y="352424"/>
                </a:lnTo>
                <a:lnTo>
                  <a:pt x="167555" y="352213"/>
                </a:lnTo>
                <a:lnTo>
                  <a:pt x="125059" y="344835"/>
                </a:lnTo>
                <a:lnTo>
                  <a:pt x="85628" y="327355"/>
                </a:lnTo>
                <a:lnTo>
                  <a:pt x="51611" y="300809"/>
                </a:lnTo>
                <a:lnTo>
                  <a:pt x="25063" y="266791"/>
                </a:lnTo>
                <a:lnTo>
                  <a:pt x="7585" y="227361"/>
                </a:lnTo>
                <a:lnTo>
                  <a:pt x="211" y="184866"/>
                </a:lnTo>
                <a:lnTo>
                  <a:pt x="0" y="176212"/>
                </a:lnTo>
                <a:lnTo>
                  <a:pt x="211" y="167556"/>
                </a:lnTo>
                <a:lnTo>
                  <a:pt x="7585" y="125057"/>
                </a:lnTo>
                <a:lnTo>
                  <a:pt x="25062" y="85623"/>
                </a:lnTo>
                <a:lnTo>
                  <a:pt x="51611" y="51611"/>
                </a:lnTo>
                <a:lnTo>
                  <a:pt x="85628" y="25062"/>
                </a:lnTo>
                <a:lnTo>
                  <a:pt x="125059" y="7580"/>
                </a:lnTo>
                <a:lnTo>
                  <a:pt x="167555" y="213"/>
                </a:lnTo>
                <a:lnTo>
                  <a:pt x="176212" y="0"/>
                </a:lnTo>
                <a:lnTo>
                  <a:pt x="2138362" y="0"/>
                </a:lnTo>
                <a:lnTo>
                  <a:pt x="2181188" y="5277"/>
                </a:lnTo>
                <a:lnTo>
                  <a:pt x="2221428" y="20803"/>
                </a:lnTo>
                <a:lnTo>
                  <a:pt x="2256691" y="45639"/>
                </a:lnTo>
                <a:lnTo>
                  <a:pt x="2284876" y="78306"/>
                </a:lnTo>
                <a:lnTo>
                  <a:pt x="2304278" y="116855"/>
                </a:lnTo>
                <a:lnTo>
                  <a:pt x="2313728" y="158939"/>
                </a:lnTo>
                <a:lnTo>
                  <a:pt x="2314574" y="176212"/>
                </a:lnTo>
                <a:lnTo>
                  <a:pt x="2314363" y="184866"/>
                </a:lnTo>
                <a:lnTo>
                  <a:pt x="2306988" y="227361"/>
                </a:lnTo>
                <a:lnTo>
                  <a:pt x="2289510" y="266791"/>
                </a:lnTo>
                <a:lnTo>
                  <a:pt x="2262962" y="300809"/>
                </a:lnTo>
                <a:lnTo>
                  <a:pt x="2228944" y="327355"/>
                </a:lnTo>
                <a:lnTo>
                  <a:pt x="2189513" y="344835"/>
                </a:lnTo>
                <a:lnTo>
                  <a:pt x="2147018" y="352213"/>
                </a:lnTo>
                <a:lnTo>
                  <a:pt x="2138362" y="352424"/>
                </a:lnTo>
                <a:close/>
              </a:path>
            </a:pathLst>
          </a:custGeom>
          <a:solidFill>
            <a:srgbClr val="FF7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725439" y="8247856"/>
            <a:ext cx="208978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>
                <a:solidFill>
                  <a:srgbClr val="FFFFFF"/>
                </a:solidFill>
                <a:latin typeface="Microsoft Sans Serif"/>
                <a:cs typeface="Microsoft Sans Serif"/>
              </a:rPr>
              <a:t>&gt;&gt;</a:t>
            </a:r>
            <a:r>
              <a:rPr dirty="0" sz="2050" spc="20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dadumi</a:t>
            </a:r>
            <a:r>
              <a:rPr dirty="0" sz="205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site</a:t>
            </a:r>
            <a:r>
              <a:rPr dirty="0" sz="1950" spc="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50" spc="-25">
                <a:solidFill>
                  <a:srgbClr val="FFFFFF"/>
                </a:solidFill>
                <a:latin typeface="Microsoft Sans Serif"/>
                <a:cs typeface="Microsoft Sans Serif"/>
              </a:rPr>
              <a:t>&lt;&lt;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42924" y="9839322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6476999" y="9524"/>
                </a:moveTo>
                <a:lnTo>
                  <a:pt x="0" y="9524"/>
                </a:lnTo>
                <a:lnTo>
                  <a:pt x="0" y="0"/>
                </a:lnTo>
                <a:lnTo>
                  <a:pt x="6476999" y="0"/>
                </a:lnTo>
                <a:lnTo>
                  <a:pt x="6476999" y="9524"/>
                </a:lnTo>
                <a:close/>
              </a:path>
            </a:pathLst>
          </a:custGeom>
          <a:solidFill>
            <a:srgbClr val="D9D9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08248" y="4713197"/>
            <a:ext cx="115443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145">
                <a:solidFill>
                  <a:srgbClr val="FEFEFE"/>
                </a:solidFill>
                <a:latin typeface="Malgun Gothic"/>
                <a:cs typeface="Malgun Gothic"/>
              </a:rPr>
              <a:t>컨텍스트</a:t>
            </a:r>
            <a:r>
              <a:rPr dirty="0" sz="850" spc="-10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25">
                <a:solidFill>
                  <a:srgbClr val="FEFEFE"/>
                </a:solidFill>
                <a:latin typeface="Malgun Gothic"/>
                <a:cs typeface="Malgun Gothic"/>
              </a:rPr>
              <a:t>전환 </a:t>
            </a:r>
            <a:r>
              <a:rPr dirty="0" sz="850" spc="-160">
                <a:solidFill>
                  <a:srgbClr val="FEFEFE"/>
                </a:solidFill>
                <a:latin typeface="Malgun Gothic"/>
                <a:cs typeface="Malgun Gothic"/>
              </a:rPr>
              <a:t>없이</a:t>
            </a:r>
            <a:r>
              <a:rPr dirty="0" sz="850" spc="-3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AI</a:t>
            </a:r>
            <a:r>
              <a:rPr dirty="0" sz="850" spc="4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65">
                <a:solidFill>
                  <a:srgbClr val="FEFEFE"/>
                </a:solidFill>
                <a:latin typeface="Malgun Gothic"/>
                <a:cs typeface="Malgun Gothic"/>
              </a:rPr>
              <a:t>활용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1512" y="4781549"/>
            <a:ext cx="3124200" cy="466725"/>
          </a:xfrm>
          <a:custGeom>
            <a:avLst/>
            <a:gdLst/>
            <a:ahLst/>
            <a:cxnLst/>
            <a:rect l="l" t="t" r="r" b="b"/>
            <a:pathLst>
              <a:path w="3124200" h="466725">
                <a:moveTo>
                  <a:pt x="38100" y="445147"/>
                </a:moveTo>
                <a:lnTo>
                  <a:pt x="21577" y="428625"/>
                </a:lnTo>
                <a:lnTo>
                  <a:pt x="16535" y="428625"/>
                </a:lnTo>
                <a:lnTo>
                  <a:pt x="0" y="445147"/>
                </a:lnTo>
                <a:lnTo>
                  <a:pt x="0" y="450202"/>
                </a:lnTo>
                <a:lnTo>
                  <a:pt x="16535" y="466725"/>
                </a:lnTo>
                <a:lnTo>
                  <a:pt x="21577" y="466725"/>
                </a:lnTo>
                <a:lnTo>
                  <a:pt x="38100" y="450202"/>
                </a:lnTo>
                <a:lnTo>
                  <a:pt x="38100" y="447675"/>
                </a:lnTo>
                <a:lnTo>
                  <a:pt x="38100" y="445147"/>
                </a:lnTo>
                <a:close/>
              </a:path>
              <a:path w="3124200" h="466725">
                <a:moveTo>
                  <a:pt x="38100" y="226072"/>
                </a:moveTo>
                <a:lnTo>
                  <a:pt x="21577" y="209550"/>
                </a:lnTo>
                <a:lnTo>
                  <a:pt x="16535" y="209550"/>
                </a:lnTo>
                <a:lnTo>
                  <a:pt x="0" y="226072"/>
                </a:lnTo>
                <a:lnTo>
                  <a:pt x="0" y="231127"/>
                </a:lnTo>
                <a:lnTo>
                  <a:pt x="16535" y="247650"/>
                </a:lnTo>
                <a:lnTo>
                  <a:pt x="21577" y="247650"/>
                </a:lnTo>
                <a:lnTo>
                  <a:pt x="38100" y="231127"/>
                </a:lnTo>
                <a:lnTo>
                  <a:pt x="38100" y="228600"/>
                </a:lnTo>
                <a:lnTo>
                  <a:pt x="38100" y="226072"/>
                </a:lnTo>
                <a:close/>
              </a:path>
              <a:path w="3124200" h="466725">
                <a:moveTo>
                  <a:pt x="38100" y="16522"/>
                </a:moveTo>
                <a:lnTo>
                  <a:pt x="21577" y="0"/>
                </a:lnTo>
                <a:lnTo>
                  <a:pt x="16535" y="0"/>
                </a:lnTo>
                <a:lnTo>
                  <a:pt x="0" y="16522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close/>
              </a:path>
              <a:path w="3124200" h="466725">
                <a:moveTo>
                  <a:pt x="3124200" y="445147"/>
                </a:moveTo>
                <a:lnTo>
                  <a:pt x="3107677" y="428625"/>
                </a:lnTo>
                <a:lnTo>
                  <a:pt x="3102635" y="428625"/>
                </a:lnTo>
                <a:lnTo>
                  <a:pt x="3086100" y="445147"/>
                </a:lnTo>
                <a:lnTo>
                  <a:pt x="3086100" y="450202"/>
                </a:lnTo>
                <a:lnTo>
                  <a:pt x="3102635" y="466725"/>
                </a:lnTo>
                <a:lnTo>
                  <a:pt x="3107677" y="466725"/>
                </a:lnTo>
                <a:lnTo>
                  <a:pt x="3124200" y="450202"/>
                </a:lnTo>
                <a:lnTo>
                  <a:pt x="3124200" y="447675"/>
                </a:lnTo>
                <a:lnTo>
                  <a:pt x="3124200" y="445147"/>
                </a:lnTo>
                <a:close/>
              </a:path>
              <a:path w="3124200" h="466725">
                <a:moveTo>
                  <a:pt x="3124200" y="226072"/>
                </a:moveTo>
                <a:lnTo>
                  <a:pt x="3107677" y="209550"/>
                </a:lnTo>
                <a:lnTo>
                  <a:pt x="3102635" y="209550"/>
                </a:lnTo>
                <a:lnTo>
                  <a:pt x="3086100" y="226072"/>
                </a:lnTo>
                <a:lnTo>
                  <a:pt x="3086100" y="231127"/>
                </a:lnTo>
                <a:lnTo>
                  <a:pt x="3102635" y="247650"/>
                </a:lnTo>
                <a:lnTo>
                  <a:pt x="3107677" y="247650"/>
                </a:lnTo>
                <a:lnTo>
                  <a:pt x="3124200" y="231127"/>
                </a:lnTo>
                <a:lnTo>
                  <a:pt x="3124200" y="228600"/>
                </a:lnTo>
                <a:lnTo>
                  <a:pt x="3124200" y="226072"/>
                </a:lnTo>
                <a:close/>
              </a:path>
              <a:path w="3124200" h="466725">
                <a:moveTo>
                  <a:pt x="3124200" y="16522"/>
                </a:moveTo>
                <a:lnTo>
                  <a:pt x="3107677" y="0"/>
                </a:lnTo>
                <a:lnTo>
                  <a:pt x="3102635" y="0"/>
                </a:lnTo>
                <a:lnTo>
                  <a:pt x="3086100" y="16522"/>
                </a:lnTo>
                <a:lnTo>
                  <a:pt x="3086100" y="21577"/>
                </a:lnTo>
                <a:lnTo>
                  <a:pt x="3102635" y="38100"/>
                </a:lnTo>
                <a:lnTo>
                  <a:pt x="3107677" y="38100"/>
                </a:lnTo>
                <a:lnTo>
                  <a:pt x="3124200" y="21577"/>
                </a:lnTo>
                <a:lnTo>
                  <a:pt x="3124200" y="19050"/>
                </a:lnTo>
                <a:lnTo>
                  <a:pt x="3124200" y="16522"/>
                </a:lnTo>
                <a:close/>
              </a:path>
            </a:pathLst>
          </a:custGeom>
          <a:solidFill>
            <a:srgbClr val="FF7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08248" y="4924380"/>
            <a:ext cx="129857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135">
                <a:solidFill>
                  <a:srgbClr val="FEFEFE"/>
                </a:solidFill>
                <a:latin typeface="Malgun Gothic"/>
                <a:cs typeface="Malgun Gothic"/>
              </a:rPr>
              <a:t>학습</a:t>
            </a:r>
            <a:r>
              <a:rPr dirty="0" sz="850" spc="-9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55">
                <a:solidFill>
                  <a:srgbClr val="FEFEFE"/>
                </a:solidFill>
                <a:latin typeface="Malgun Gothic"/>
                <a:cs typeface="Malgun Gothic"/>
              </a:rPr>
              <a:t>곡선</a:t>
            </a:r>
            <a:r>
              <a:rPr dirty="0" sz="850" spc="-3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FEFEFE"/>
                </a:solidFill>
                <a:latin typeface="Malgun Gothic"/>
                <a:cs typeface="Malgun Gothic"/>
              </a:rPr>
              <a:t>최소화</a:t>
            </a:r>
            <a:r>
              <a:rPr dirty="0" sz="850" spc="-11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14">
                <a:solidFill>
                  <a:srgbClr val="FEFEFE"/>
                </a:solidFill>
                <a:latin typeface="Microsoft Sans Serif"/>
                <a:cs typeface="Microsoft Sans Serif"/>
              </a:rPr>
              <a:t>(</a:t>
            </a:r>
            <a:r>
              <a:rPr dirty="0" sz="850" spc="-114">
                <a:solidFill>
                  <a:srgbClr val="FEFEFE"/>
                </a:solidFill>
                <a:latin typeface="Malgun Gothic"/>
                <a:cs typeface="Malgun Gothic"/>
              </a:rPr>
              <a:t>단축키</a:t>
            </a:r>
            <a:r>
              <a:rPr dirty="0" sz="850" spc="-1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80">
                <a:solidFill>
                  <a:srgbClr val="FEFEFE"/>
                </a:solidFill>
                <a:latin typeface="Malgun Gothic"/>
                <a:cs typeface="Malgun Gothic"/>
              </a:rPr>
              <a:t>하나</a:t>
            </a:r>
            <a:r>
              <a:rPr dirty="0" sz="850" spc="-80">
                <a:solidFill>
                  <a:srgbClr val="FEFEFE"/>
                </a:solidFill>
                <a:latin typeface="Microsoft Sans Serif"/>
                <a:cs typeface="Microsoft Sans Serif"/>
              </a:rPr>
              <a:t>)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/>
              <a:t>Dadumi</a:t>
            </a:r>
            <a:r>
              <a:rPr dirty="0" spc="-10"/>
              <a:t> </a:t>
            </a:r>
            <a:r>
              <a:rPr dirty="0" spc="65"/>
              <a:t>-</a:t>
            </a:r>
            <a:r>
              <a:rPr dirty="0" spc="10"/>
              <a:t> </a:t>
            </a:r>
            <a:r>
              <a:rPr dirty="0"/>
              <a:t>AI</a:t>
            </a:r>
            <a:r>
              <a:rPr dirty="0" spc="45"/>
              <a:t> </a:t>
            </a:r>
            <a:r>
              <a:rPr dirty="0" spc="-165">
                <a:latin typeface="Malgun Gothic"/>
                <a:cs typeface="Malgun Gothic"/>
              </a:rPr>
              <a:t>글쓰기</a:t>
            </a:r>
            <a:r>
              <a:rPr dirty="0" spc="-35">
                <a:latin typeface="Malgun Gothic"/>
                <a:cs typeface="Malgun Gothic"/>
              </a:rPr>
              <a:t> </a:t>
            </a:r>
            <a:r>
              <a:rPr dirty="0" spc="-114">
                <a:latin typeface="Malgun Gothic"/>
                <a:cs typeface="Malgun Gothic"/>
              </a:rPr>
              <a:t>어시스턴트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2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 / </a:t>
            </a:r>
            <a:r>
              <a:rPr dirty="0" spc="-50"/>
              <a:t>4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08248" y="5143982"/>
            <a:ext cx="1840864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45">
                <a:solidFill>
                  <a:srgbClr val="FEFEFE"/>
                </a:solidFill>
                <a:latin typeface="Malgun Gothic"/>
                <a:cs typeface="Malgun Gothic"/>
              </a:rPr>
              <a:t>키보드만으로도</a:t>
            </a:r>
            <a:r>
              <a:rPr dirty="0" sz="850" spc="-8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45">
                <a:solidFill>
                  <a:srgbClr val="FEFEFE"/>
                </a:solidFill>
                <a:latin typeface="Malgun Gothic"/>
                <a:cs typeface="Malgun Gothic"/>
              </a:rPr>
              <a:t>완성되는</a:t>
            </a:r>
            <a:r>
              <a:rPr dirty="0" sz="850" spc="-8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60">
                <a:solidFill>
                  <a:srgbClr val="FEFEFE"/>
                </a:solidFill>
                <a:latin typeface="Malgun Gothic"/>
                <a:cs typeface="Malgun Gothic"/>
              </a:rPr>
              <a:t>몰입형</a:t>
            </a:r>
            <a:r>
              <a:rPr dirty="0" sz="85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00">
                <a:solidFill>
                  <a:srgbClr val="FEFEFE"/>
                </a:solidFill>
                <a:latin typeface="Malgun Gothic"/>
                <a:cs typeface="Malgun Gothic"/>
              </a:rPr>
              <a:t>워크플로우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5836" y="4713197"/>
            <a:ext cx="165290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155">
                <a:solidFill>
                  <a:srgbClr val="FEFEFE"/>
                </a:solidFill>
                <a:latin typeface="Malgun Gothic"/>
                <a:cs typeface="Malgun Gothic"/>
              </a:rPr>
              <a:t>사내</a:t>
            </a:r>
            <a:r>
              <a:rPr dirty="0" sz="850" spc="-5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AI</a:t>
            </a:r>
            <a:r>
              <a:rPr dirty="0" sz="850" spc="-1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FEFEFE"/>
                </a:solidFill>
                <a:latin typeface="Microsoft Sans Serif"/>
                <a:cs typeface="Microsoft Sans Serif"/>
              </a:rPr>
              <a:t>API</a:t>
            </a:r>
            <a:r>
              <a:rPr dirty="0" sz="850" spc="5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45">
                <a:solidFill>
                  <a:srgbClr val="FEFEFE"/>
                </a:solidFill>
                <a:latin typeface="Malgun Gothic"/>
                <a:cs typeface="Malgun Gothic"/>
              </a:rPr>
              <a:t>엔드포인트</a:t>
            </a:r>
            <a:r>
              <a:rPr dirty="0" sz="850" spc="-10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65">
                <a:solidFill>
                  <a:srgbClr val="FEFEFE"/>
                </a:solidFill>
                <a:latin typeface="Malgun Gothic"/>
                <a:cs typeface="Malgun Gothic"/>
              </a:rPr>
              <a:t>직접</a:t>
            </a:r>
            <a:r>
              <a:rPr dirty="0" sz="850" spc="-3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50">
                <a:solidFill>
                  <a:srgbClr val="FEFEFE"/>
                </a:solidFill>
                <a:latin typeface="Malgun Gothic"/>
                <a:cs typeface="Malgun Gothic"/>
              </a:rPr>
              <a:t>연결</a:t>
            </a:r>
            <a:r>
              <a:rPr dirty="0" sz="850" spc="-6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35">
                <a:solidFill>
                  <a:srgbClr val="FEFEFE"/>
                </a:solidFill>
                <a:latin typeface="Malgun Gothic"/>
                <a:cs typeface="Malgun Gothic"/>
              </a:rPr>
              <a:t>가능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95836" y="4924907"/>
            <a:ext cx="1630680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50">
                <a:solidFill>
                  <a:srgbClr val="FEFEFE"/>
                </a:solidFill>
                <a:latin typeface="Malgun Gothic"/>
                <a:cs typeface="Malgun Gothic"/>
              </a:rPr>
              <a:t>로컬</a:t>
            </a:r>
            <a:r>
              <a:rPr dirty="0" sz="850" spc="-4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45">
                <a:solidFill>
                  <a:srgbClr val="FEFEFE"/>
                </a:solidFill>
                <a:latin typeface="Malgun Gothic"/>
                <a:cs typeface="Malgun Gothic"/>
              </a:rPr>
              <a:t>실행으로</a:t>
            </a:r>
            <a:r>
              <a:rPr dirty="0" sz="850" spc="-9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60">
                <a:solidFill>
                  <a:srgbClr val="FEFEFE"/>
                </a:solidFill>
                <a:latin typeface="Malgun Gothic"/>
                <a:cs typeface="Malgun Gothic"/>
              </a:rPr>
              <a:t>데이터</a:t>
            </a:r>
            <a:r>
              <a:rPr dirty="0" sz="850" spc="-1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FEFEFE"/>
                </a:solidFill>
                <a:latin typeface="Malgun Gothic"/>
                <a:cs typeface="Malgun Gothic"/>
              </a:rPr>
              <a:t>유출</a:t>
            </a:r>
            <a:r>
              <a:rPr dirty="0" sz="850" spc="-8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65">
                <a:solidFill>
                  <a:srgbClr val="FEFEFE"/>
                </a:solidFill>
                <a:latin typeface="Malgun Gothic"/>
                <a:cs typeface="Malgun Gothic"/>
              </a:rPr>
              <a:t>위험</a:t>
            </a:r>
            <a:r>
              <a:rPr dirty="0" sz="850" spc="-1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75">
                <a:solidFill>
                  <a:srgbClr val="FEFEFE"/>
                </a:solidFill>
                <a:latin typeface="Malgun Gothic"/>
                <a:cs typeface="Malgun Gothic"/>
              </a:rPr>
              <a:t>최소화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95836" y="5143982"/>
            <a:ext cx="1498600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40">
                <a:solidFill>
                  <a:srgbClr val="FEFEFE"/>
                </a:solidFill>
                <a:latin typeface="Malgun Gothic"/>
                <a:cs typeface="Malgun Gothic"/>
              </a:rPr>
              <a:t>크로스</a:t>
            </a:r>
            <a:r>
              <a:rPr dirty="0" sz="850" spc="-9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35">
                <a:solidFill>
                  <a:srgbClr val="FEFEFE"/>
                </a:solidFill>
                <a:latin typeface="Malgun Gothic"/>
                <a:cs typeface="Malgun Gothic"/>
              </a:rPr>
              <a:t>플랫폼</a:t>
            </a:r>
            <a:r>
              <a:rPr dirty="0" sz="850" spc="-9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40">
                <a:solidFill>
                  <a:srgbClr val="FEFEFE"/>
                </a:solidFill>
                <a:latin typeface="Malgun Gothic"/>
                <a:cs typeface="Malgun Gothic"/>
              </a:rPr>
              <a:t>지원으로</a:t>
            </a:r>
            <a:r>
              <a:rPr dirty="0" sz="850" spc="-90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155">
                <a:solidFill>
                  <a:srgbClr val="FEFEFE"/>
                </a:solidFill>
                <a:latin typeface="Malgun Gothic"/>
                <a:cs typeface="Malgun Gothic"/>
              </a:rPr>
              <a:t>통일된</a:t>
            </a:r>
            <a:r>
              <a:rPr dirty="0" sz="850" spc="-35">
                <a:solidFill>
                  <a:srgbClr val="FEFEFE"/>
                </a:solidFill>
                <a:latin typeface="Malgun Gothic"/>
                <a:cs typeface="Malgun Gothic"/>
              </a:rPr>
              <a:t> </a:t>
            </a:r>
            <a:r>
              <a:rPr dirty="0" sz="850" spc="-80">
                <a:solidFill>
                  <a:srgbClr val="FEFEFE"/>
                </a:solidFill>
                <a:latin typeface="Malgun Gothic"/>
                <a:cs typeface="Malgun Gothic"/>
              </a:rPr>
              <a:t>경험</a:t>
            </a:r>
            <a:endParaRPr sz="8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Dadumi - AI 글쓰기 어시스턴트</dc:title>
  <dcterms:created xsi:type="dcterms:W3CDTF">2026-07-01T07:45:43Z</dcterms:created>
  <dcterms:modified xsi:type="dcterms:W3CDTF">2026-07-01T07:45:43Z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2026-07-01T00:00:00Z</vt:filetime>
  </property>
  <property fmtid="{D5CDD505-2E9C-101B-9397-08002B2CF9AE}" pid="4" name="Creator">
    <vt:lpwstr>Mozilla/5.0 (Macintosh; Intel Mac OS X 10_15_7) AppleWebKit/537.36 (KHTML, like Gecko) Chrome/149.0.0.0 Safari/537.36</vt:lpwstr>
  </property>
  <property fmtid="{D5CDD505-2E9C-101B-9397-08002B2CF9AE}" pid="5" name="LastSaved">
    <vt:filetime>2026-07-01T00:00:00Z</vt:filetime>
  </property>
  <property fmtid="{D5CDD505-2E9C-101B-9397-08002B2CF9AE}" pid="6" name="Producer">
    <vt:lpwstr>Skia/PDF m149</vt:lpwstr>
  </property>
</Properties>
</file>